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1" r:id="rId1"/>
  </p:sldMasterIdLst>
  <p:notesMasterIdLst>
    <p:notesMasterId r:id="rId24"/>
  </p:notesMasterIdLst>
  <p:sldIdLst>
    <p:sldId id="256" r:id="rId2"/>
    <p:sldId id="276" r:id="rId3"/>
    <p:sldId id="257" r:id="rId4"/>
    <p:sldId id="258" r:id="rId5"/>
    <p:sldId id="259" r:id="rId6"/>
    <p:sldId id="260" r:id="rId7"/>
    <p:sldId id="261" r:id="rId8"/>
    <p:sldId id="262" r:id="rId9"/>
    <p:sldId id="263" r:id="rId10"/>
    <p:sldId id="264" r:id="rId11"/>
    <p:sldId id="265" r:id="rId12"/>
    <p:sldId id="267" r:id="rId13"/>
    <p:sldId id="268" r:id="rId14"/>
    <p:sldId id="266" r:id="rId15"/>
    <p:sldId id="277" r:id="rId16"/>
    <p:sldId id="269" r:id="rId17"/>
    <p:sldId id="270" r:id="rId18"/>
    <p:sldId id="271" r:id="rId19"/>
    <p:sldId id="272" r:id="rId20"/>
    <p:sldId id="273" r:id="rId21"/>
    <p:sldId id="274" r:id="rId22"/>
    <p:sldId id="275" r:id="rId23"/>
  </p:sldIdLst>
  <p:sldSz cx="9144000" cy="5143500" type="screen16x9"/>
  <p:notesSz cx="6858000" cy="9144000"/>
  <p:embeddedFontLst>
    <p:embeddedFont>
      <p:font typeface="Lato" panose="020F0502020204030203" pitchFamily="34" charset="0"/>
      <p:regular r:id="rId25"/>
      <p:bold r:id="rId26"/>
      <p:italic r:id="rId27"/>
      <p:boldItalic r:id="rId28"/>
    </p:embeddedFont>
    <p:embeddedFont>
      <p:font typeface="Poppins" panose="00000500000000000000" pitchFamily="2" charset="0"/>
      <p:regular r:id="rId29"/>
      <p:bold r:id="rId30"/>
      <p:italic r:id="rId31"/>
      <p:boldItalic r:id="rId32"/>
    </p:embeddedFont>
    <p:embeddedFont>
      <p:font typeface="Poppins SemiBold" panose="00000700000000000000" pitchFamily="2"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FBD72C0-B631-4862-9162-07C6D545C25E}">
  <a:tblStyle styleId="{DFBD72C0-B631-4862-9162-07C6D545C25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FEA93679-BD32-492D-B738-9BDA066AF662}"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6814" autoAdjust="0"/>
  </p:normalViewPr>
  <p:slideViewPr>
    <p:cSldViewPr snapToGrid="0">
      <p:cViewPr varScale="1">
        <p:scale>
          <a:sx n="57" d="100"/>
          <a:sy n="57" d="100"/>
        </p:scale>
        <p:origin x="1540"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2b288f8cffb_0_4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2b288f8cffb_0_4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sz="1100" dirty="0"/>
              <a:t>Good morning, everyone, and thank you for joining me today. It’s an honor to present an exciting vision for the future of mindfulness, one that’s both deeply personal to me and transformative for our users.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t>Imagine a world where every person, no matter their background, has access to tools that foster resilience, balance, and well-being. Today, I’ll walk you through how the Mindful Companion AI will help us achieve this vision. Together, let’s explore how we can empower individuals through personalized, science-backed mindfulness practices.</a:t>
            </a:r>
          </a:p>
          <a:p>
            <a:pPr marL="158750" indent="0">
              <a:buNone/>
            </a:pPr>
            <a:endParaRPr lang="en-US" dirty="0"/>
          </a:p>
        </p:txBody>
      </p:sp>
    </p:spTree>
    <p:extLst>
      <p:ext uri="{BB962C8B-B14F-4D97-AF65-F5344CB8AC3E}">
        <p14:creationId xmlns:p14="http://schemas.microsoft.com/office/powerpoint/2010/main" val="1510580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1bc569b1c7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31bc569b1c7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sz="6000" dirty="0"/>
              <a:t>The Healthy Minds Program has always been about fostering global well-being. With over 200,000 downloads across 174 countries, we’ve seen the power of mindfulness to transform lives. The Mindful Companion AI builds on this legacy, combining cutting-edge AI technology with our science-backed framework to make mindfulness more accessible and impactful than ever.</a:t>
            </a:r>
          </a:p>
          <a:p>
            <a:pPr marL="158750" indent="0">
              <a:buNone/>
            </a:pPr>
            <a:endParaRPr lang="en-US" sz="6000" dirty="0"/>
          </a:p>
          <a:p>
            <a:pPr marL="158750" indent="0">
              <a:buNone/>
            </a:pPr>
            <a:r>
              <a:rPr lang="en-US" sz="4000" dirty="0"/>
              <a:t>At the heart of this project is the Healthy Minds Program’s mission: fostering global well-being through innovative, accessible solutions. The Mindful Companion AI isn’t just another feature—it’s an extension of this mission.</a:t>
            </a:r>
          </a:p>
          <a:p>
            <a:endParaRPr lang="en-US" sz="4000" dirty="0"/>
          </a:p>
          <a:p>
            <a:pPr marL="158750" indent="0">
              <a:buNone/>
            </a:pPr>
            <a:r>
              <a:rPr lang="en-US" sz="4000" dirty="0"/>
              <a:t>By integrating generative AI with our core framework—Awareness, Connection, Insight, and Purpose—we’re creating something truly revolutionary: an AI that guides, reflects, and grows alongside our users.</a:t>
            </a:r>
          </a:p>
          <a:p>
            <a:pPr marL="158750" indent="0">
              <a:buNone/>
            </a:pPr>
            <a:endParaRPr lang="en-US" sz="4000" dirty="0"/>
          </a:p>
          <a:p>
            <a:pPr marL="158750" indent="0">
              <a:buNone/>
            </a:pPr>
            <a:r>
              <a:rPr lang="en-US" sz="4000" dirty="0"/>
              <a:t>For our users, the Mindful Companion AI offers a personalized, seamless experience. It bridges the gap between learning and practice, empowering individuals to build resilience, find balance, and achieve lasting well-being.</a:t>
            </a:r>
          </a:p>
          <a:p>
            <a:pPr marL="158750" indent="0">
              <a:buNone/>
            </a:pPr>
            <a:endParaRPr lang="en-US" sz="4000" dirty="0"/>
          </a:p>
          <a:p>
            <a:pPr marL="158750" indent="0">
              <a:buNone/>
            </a:pPr>
            <a:r>
              <a:rPr lang="en-US" sz="4000" dirty="0"/>
              <a:t>For the Healthy Minds Program, it represents a scalable, innovative tool that maintains our commitment to science-backed solutions while positioning us as a leader in mindfulness innovation. This is our opportunity to harness cutting-edge technology for meaningful global impact.</a:t>
            </a:r>
          </a:p>
          <a:p>
            <a:endParaRPr lang="en-US" sz="24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2b248793bbd_1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2b248793bbd_1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sz="6000" dirty="0"/>
              <a:t>Our strategy is focused and iterative:</a:t>
            </a:r>
          </a:p>
          <a:p>
            <a:r>
              <a:rPr lang="en-US" sz="6000" dirty="0"/>
              <a:t>Start with a conversational AI MVP to test functionality and impact.</a:t>
            </a:r>
          </a:p>
          <a:p>
            <a:r>
              <a:rPr lang="en-US" sz="6000" dirty="0"/>
              <a:t>Collect feedback and refine outputs to enhance quality and personalization.</a:t>
            </a:r>
          </a:p>
          <a:p>
            <a:r>
              <a:rPr lang="en-US" sz="6000" dirty="0"/>
              <a:t>Expand globally with multilingual support, bringing mindfulness to a diverse audience.</a:t>
            </a:r>
          </a:p>
          <a:p>
            <a:r>
              <a:rPr lang="en-US" sz="6000" dirty="0"/>
              <a:t>This approach ensures that every step we take is measured, impactful, and aligned with our mission.</a:t>
            </a:r>
          </a:p>
          <a:p>
            <a:pPr marL="158750" indent="0">
              <a:buNone/>
            </a:pPr>
            <a:endParaRPr lang="en-US" sz="24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849c1b741_1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2b849c1b741_1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sz="2400" dirty="0"/>
              <a:t>Our KPIs focus on measuring the impact of the Mindful Companion AI on user engagement, satisfaction, and well-being. By setting SMART goals, we ensure each metric aligns with our mission to deliver personalized, actionable mindfulness experiences while driving global growth and innovation.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2b87111a9f6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2b87111a9f6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1200" dirty="0"/>
              <a:t>Let’s break it down. The Mindful Companion AI is:</a:t>
            </a:r>
          </a:p>
          <a:p>
            <a:pPr>
              <a:buFont typeface="+mj-lt"/>
              <a:buAutoNum type="arabicPeriod"/>
            </a:pPr>
            <a:r>
              <a:rPr lang="en-US" sz="1200" b="1" dirty="0"/>
              <a:t>Conversational</a:t>
            </a:r>
            <a:r>
              <a:rPr lang="en-US" sz="1200" dirty="0"/>
              <a:t>: It interacts with users through reflective prompts, and we can expand into dynamic meditation generation.</a:t>
            </a:r>
          </a:p>
          <a:p>
            <a:pPr>
              <a:buFont typeface="+mj-lt"/>
              <a:buAutoNum type="arabicPeriod"/>
            </a:pPr>
            <a:r>
              <a:rPr lang="en-US" sz="1200" b="1" dirty="0"/>
              <a:t>Personalized</a:t>
            </a:r>
            <a:r>
              <a:rPr lang="en-US" sz="1200" dirty="0"/>
              <a:t>: It learns from engagement history, tailoring experiences to meet individual needs.</a:t>
            </a:r>
          </a:p>
          <a:p>
            <a:pPr>
              <a:buFont typeface="+mj-lt"/>
              <a:buAutoNum type="arabicPeriod"/>
            </a:pPr>
            <a:r>
              <a:rPr lang="en-US" sz="1200" b="1" dirty="0"/>
              <a:t>Scientifically Validated</a:t>
            </a:r>
            <a:r>
              <a:rPr lang="en-US" sz="1200" dirty="0"/>
              <a:t>: Every output aligns with the Healthy Minds Program's pillars and undergoes expert review before being integrated.</a:t>
            </a:r>
          </a:p>
          <a:p>
            <a:pPr marL="158750" indent="0">
              <a:buNone/>
            </a:pPr>
            <a:endParaRPr lang="en-US" sz="1200" dirty="0"/>
          </a:p>
          <a:p>
            <a:pPr marL="158750" indent="0">
              <a:buNone/>
            </a:pPr>
            <a:r>
              <a:rPr lang="en-US" sz="1200" dirty="0"/>
              <a:t>The result? A trusted digital guide that helps users integrate mindfulness into their daily lives, one meaningful step at a time.</a:t>
            </a:r>
          </a:p>
          <a:p>
            <a:pPr marL="158750" indent="0">
              <a:buNone/>
            </a:pPr>
            <a:endParaRPr lang="en-US" sz="1200" dirty="0"/>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2000" dirty="0"/>
              <a:t>This is a high-level overview of the user flow for the Mindful Companion AI. </a:t>
            </a:r>
            <a:endParaRPr lang="en-US" sz="1200" dirty="0"/>
          </a:p>
          <a:p>
            <a:pPr marL="0" lvl="0" indent="0" algn="l" rtl="0">
              <a:spcBef>
                <a:spcPts val="0"/>
              </a:spcBef>
              <a:spcAft>
                <a:spcPts val="0"/>
              </a:spcAft>
              <a:buClr>
                <a:schemeClr val="dk1"/>
              </a:buClr>
              <a:buSzPts val="1100"/>
              <a:buFont typeface="Arial"/>
              <a:buNone/>
            </a:pPr>
            <a:endParaRPr sz="1200" b="1" dirty="0">
              <a:solidFill>
                <a:schemeClr val="dk1"/>
              </a:solidFill>
              <a:latin typeface="Lato"/>
              <a:ea typeface="Lato"/>
              <a:cs typeface="Lato"/>
              <a:sym typeface="Lat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1bc569b1c7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31bc569b1c7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200" dirty="0"/>
              <a:t>These details capture the seamless integration of key user actions—ensuring guided prompts, clarity, and continuous improvement in user engagement. I won’t spend too much time here, but the flow demonstrates how every interaction ties back to personalized mindfulness support and real-time insights.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b248793bbd_1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b248793bbd_1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sz="4000" dirty="0"/>
              <a:t>To ensure success, we’ve chosen GPT-4 Turbo, a robust model that meets our specific needs:</a:t>
            </a:r>
          </a:p>
          <a:p>
            <a:pPr>
              <a:buFont typeface="Arial" panose="020B0604020202020204" pitchFamily="34" charset="0"/>
              <a:buChar char="•"/>
            </a:pPr>
            <a:endParaRPr lang="en-US" sz="4000" dirty="0"/>
          </a:p>
          <a:p>
            <a:pPr>
              <a:buFont typeface="Arial" panose="020B0604020202020204" pitchFamily="34" charset="0"/>
              <a:buChar char="•"/>
            </a:pPr>
            <a:r>
              <a:rPr lang="en-US" sz="4000" dirty="0"/>
              <a:t>A 32,000-token context window to support rich user interactions.</a:t>
            </a:r>
          </a:p>
          <a:p>
            <a:pPr>
              <a:buFont typeface="Arial" panose="020B0604020202020204" pitchFamily="34" charset="0"/>
              <a:buChar char="•"/>
            </a:pPr>
            <a:r>
              <a:rPr lang="en-US" sz="4000" dirty="0"/>
              <a:t>Sub-2 second response times for seamless conversations.</a:t>
            </a:r>
          </a:p>
          <a:p>
            <a:pPr>
              <a:buFont typeface="Arial" panose="020B0604020202020204" pitchFamily="34" charset="0"/>
              <a:buChar char="•"/>
            </a:pPr>
            <a:r>
              <a:rPr lang="en-US" sz="4000" dirty="0"/>
              <a:t>Multilingual capabilities to support global expansion.</a:t>
            </a:r>
            <a:br>
              <a:rPr lang="en-US" sz="4000" dirty="0"/>
            </a:br>
            <a:endParaRPr lang="en-US" sz="4000" dirty="0"/>
          </a:p>
          <a:p>
            <a:pPr marL="158750" indent="0">
              <a:buFont typeface="Arial" panose="020B0604020202020204" pitchFamily="34" charset="0"/>
              <a:buNone/>
            </a:pPr>
            <a:r>
              <a:rPr lang="en-US" sz="4000" dirty="0"/>
              <a:t>By prioritizing scalability, relevance, and empathy, we’re setting the foundation for a world-class user experience.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2b87111a9f6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2b87111a9f6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chemeClr val="dk1"/>
              </a:buClr>
              <a:buSzPts val="1100"/>
              <a:buFont typeface="Arial"/>
              <a:buNone/>
              <a:tabLst/>
              <a:defRPr/>
            </a:pPr>
            <a:r>
              <a:rPr lang="en-US" sz="1400" dirty="0">
                <a:solidFill>
                  <a:srgbClr val="7F7F7F"/>
                </a:solidFill>
                <a:latin typeface="Poppins SemiBold"/>
                <a:ea typeface="Poppins SemiBold"/>
                <a:cs typeface="Poppins SemiBold"/>
                <a:sym typeface="Poppins SemiBold"/>
              </a:rPr>
              <a:t>Again - </a:t>
            </a:r>
            <a:r>
              <a:rPr lang="en-US" dirty="0"/>
              <a:t>The Mindful Companion AI’s model and data requirements are carefully designed to ensure scalability, efficiency, and personalization. By leveraging GPT-4 Turbo’s extended context window, multilingual capabilities, and sub-second response times, we deliver seamless and culturally sensitive interactions while adhering to global privacy standards. This foundation ensures that the AI remains impactful and aligned with the Healthy Minds Program's mission.</a:t>
            </a:r>
          </a:p>
          <a:p>
            <a:pPr marL="0" lvl="0" indent="0" algn="l" rtl="0">
              <a:spcBef>
                <a:spcPts val="0"/>
              </a:spcBef>
              <a:spcAft>
                <a:spcPts val="0"/>
              </a:spcAft>
              <a:buClr>
                <a:schemeClr val="dk1"/>
              </a:buClr>
              <a:buSzPts val="1100"/>
              <a:buFont typeface="Arial"/>
              <a:buNone/>
            </a:pPr>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1bc569b1c7_0_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31bc569b1c7_0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The forecast highlights the transformative potential of the Mindful Companion AI, projecting significant user growth, global scalability, and strong ROI. With efficient token usage and cost-effective operations powered by GPT-4 Turbo, we ensure a sustainable model that aligns with our mission to make mindfulness accessible to a worldwide audience.</a:t>
            </a:r>
          </a:p>
          <a:p>
            <a:pPr marL="0" lvl="0" indent="0" algn="l" rtl="0">
              <a:spcBef>
                <a:spcPts val="0"/>
              </a:spcBef>
              <a:spcAft>
                <a:spcPts val="0"/>
              </a:spcAft>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2b248793bbd_1_3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2b248793bbd_1_3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sz="2400" dirty="0"/>
              <a:t>Here is the system prompt for the Mindful Companion AI ensures the delivery of empathetic, actionable, and personalized mindfulness guidance. Aligned with the Healthy Minds Program’s pillars of Awareness, Connection, Insight, and Purpose, it empowers users to practice self-awareness and resilience while maintaining scientific rigor and cultural sensitivity.</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2b248793bbd_1_3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2b248793bbd_1_3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sz="1400" dirty="0"/>
              <a:t>Of course, innovation comes with challenges. Here’s how we’re addressing them:</a:t>
            </a:r>
          </a:p>
          <a:p>
            <a:pPr marL="158750" indent="0">
              <a:buNone/>
            </a:pPr>
            <a:endParaRPr lang="en-US" sz="1400" dirty="0"/>
          </a:p>
          <a:p>
            <a:r>
              <a:rPr lang="en-US" sz="1400" dirty="0"/>
              <a:t>Bias in Data: We’re curating diverse datasets and testing inclusively to ensure fairness.</a:t>
            </a:r>
          </a:p>
          <a:p>
            <a:r>
              <a:rPr lang="en-US" sz="1400" dirty="0"/>
              <a:t>Ethical Concerns: Adhering to GDPR, HIPAA, and other privacy standards ensures user trust.</a:t>
            </a:r>
          </a:p>
          <a:p>
            <a:r>
              <a:rPr lang="en-US" sz="1400" dirty="0"/>
              <a:t>Technical Obstacles: A modular design and continuous monitoring keep our systems reliable and responsive.</a:t>
            </a:r>
          </a:p>
          <a:p>
            <a:r>
              <a:rPr lang="en-US" sz="1400" dirty="0"/>
              <a:t>By proactively managing risks, we’re creating a product that’s not only innovative but responsible.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1bc569b1c7_0_1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31bc569b1c7_0_1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2b849c1b741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2b849c1b741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sz="4000" dirty="0"/>
              <a:t>Finally, we’re building a robust human evaluation process to ensure quality.</a:t>
            </a:r>
          </a:p>
          <a:p>
            <a:r>
              <a:rPr lang="en-US" sz="4000" dirty="0"/>
              <a:t>Initial Deployment: Daily reviews for the first month to fine-tune the AI.</a:t>
            </a:r>
          </a:p>
          <a:p>
            <a:r>
              <a:rPr lang="en-US" sz="4000" dirty="0"/>
              <a:t>Ongoing Assessment: Weekly and then monthly evaluations to maintain excellence.</a:t>
            </a:r>
          </a:p>
          <a:p>
            <a:r>
              <a:rPr lang="en-US" sz="4000" dirty="0"/>
              <a:t>User Feedback: Surveys and engagement metrics to guide iterative improvements.</a:t>
            </a:r>
          </a:p>
          <a:p>
            <a:r>
              <a:rPr lang="en-US" sz="4000" dirty="0"/>
              <a:t>This process ensures the Mindful Companion AI meets the highest standards of accuracy, relevance, and user satisfaction.</a:t>
            </a:r>
          </a:p>
          <a:p>
            <a:pPr marL="158750" indent="0">
              <a:buNone/>
            </a:pPr>
            <a:endParaRPr lang="en-US" sz="2400"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 Key Takeaway from all of this that, We can empower Well-Being Through Innovation</a:t>
            </a:r>
          </a:p>
          <a:p>
            <a:pPr lvl="1"/>
            <a:endParaRPr lang="en-US" dirty="0"/>
          </a:p>
          <a:p>
            <a:pPr lvl="1"/>
            <a:r>
              <a:rPr lang="en-US" dirty="0"/>
              <a:t>Let me leave you with this: The Mindful Companion AI isn’t just a product; it’s a promise to help people live better lives. By integrating mindfulness with technology, we’re not only supporting individuals but also shaping a future where well-being is within reach for everyone, everywhere.</a:t>
            </a:r>
          </a:p>
          <a:p>
            <a:endParaRPr lang="en-US" dirty="0"/>
          </a:p>
          <a:p>
            <a:r>
              <a:rPr lang="en-US" dirty="0"/>
              <a:t>This is more than innovation—it’s transformation. Thank you for your time, and I look forward to collaborating with you to bring this vision to life.</a:t>
            </a:r>
          </a:p>
          <a:p>
            <a:endParaRPr lang="en-US" dirty="0"/>
          </a:p>
        </p:txBody>
      </p:sp>
    </p:spTree>
    <p:extLst>
      <p:ext uri="{BB962C8B-B14F-4D97-AF65-F5344CB8AC3E}">
        <p14:creationId xmlns:p14="http://schemas.microsoft.com/office/powerpoint/2010/main" val="7644859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2b1cc8a27c2_18_1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2b1cc8a27c2_18_1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dirty="0"/>
              <a:t>Now, let’s open the floor. I’d love to hear your feedback, questions, or suggestions on how we can make the Mindful Companion AI even better. Together, we can bring this vision to life.</a:t>
            </a:r>
          </a:p>
          <a:p>
            <a:pPr marL="0" lvl="0" indent="0" algn="l" rtl="0">
              <a:spcBef>
                <a:spcPts val="0"/>
              </a:spcBef>
              <a:spcAft>
                <a:spcPts val="0"/>
              </a:spcAft>
              <a:buClr>
                <a:schemeClr val="dk1"/>
              </a:buClr>
              <a:buSzPts val="1100"/>
              <a:buFont typeface="Arial"/>
              <a:buNone/>
            </a:pP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949303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ver"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371550" y="2105100"/>
            <a:ext cx="6400800" cy="1253700"/>
          </a:xfrm>
          <a:prstGeom prst="rect">
            <a:avLst/>
          </a:prstGeom>
        </p:spPr>
        <p:txBody>
          <a:bodyPr spcFirstLastPara="1" wrap="square" lIns="0" tIns="0" rIns="0" bIns="0" anchor="ctr" anchorCtr="0">
            <a:spAutoFit/>
          </a:bodyPr>
          <a:lstStyle>
            <a:lvl1pPr lvl="0">
              <a:lnSpc>
                <a:spcPct val="100000"/>
              </a:lnSpc>
              <a:spcBef>
                <a:spcPts val="1000"/>
              </a:spcBef>
              <a:spcAft>
                <a:spcPts val="0"/>
              </a:spcAft>
              <a:buClr>
                <a:schemeClr val="lt1"/>
              </a:buClr>
              <a:buSzPts val="4000"/>
              <a:buNone/>
              <a:defRPr sz="4000" b="1">
                <a:solidFill>
                  <a:schemeClr val="lt1"/>
                </a:solidFill>
              </a:defRPr>
            </a:lvl1pPr>
            <a:lvl2pPr lvl="1">
              <a:lnSpc>
                <a:spcPct val="100000"/>
              </a:lnSpc>
              <a:spcBef>
                <a:spcPts val="0"/>
              </a:spcBef>
              <a:spcAft>
                <a:spcPts val="0"/>
              </a:spcAft>
              <a:buClr>
                <a:schemeClr val="lt1"/>
              </a:buClr>
              <a:buSzPts val="4000"/>
              <a:buNone/>
              <a:defRPr sz="4000">
                <a:solidFill>
                  <a:schemeClr val="lt1"/>
                </a:solidFill>
              </a:defRPr>
            </a:lvl2pPr>
            <a:lvl3pPr lvl="2">
              <a:lnSpc>
                <a:spcPct val="100000"/>
              </a:lnSpc>
              <a:spcBef>
                <a:spcPts val="0"/>
              </a:spcBef>
              <a:spcAft>
                <a:spcPts val="0"/>
              </a:spcAft>
              <a:buClr>
                <a:schemeClr val="lt1"/>
              </a:buClr>
              <a:buSzPts val="4000"/>
              <a:buNone/>
              <a:defRPr sz="4000">
                <a:solidFill>
                  <a:schemeClr val="lt1"/>
                </a:solidFill>
              </a:defRPr>
            </a:lvl3pPr>
            <a:lvl4pPr lvl="3">
              <a:lnSpc>
                <a:spcPct val="100000"/>
              </a:lnSpc>
              <a:spcBef>
                <a:spcPts val="0"/>
              </a:spcBef>
              <a:spcAft>
                <a:spcPts val="0"/>
              </a:spcAft>
              <a:buClr>
                <a:schemeClr val="lt1"/>
              </a:buClr>
              <a:buSzPts val="4000"/>
              <a:buNone/>
              <a:defRPr sz="4000">
                <a:solidFill>
                  <a:schemeClr val="lt1"/>
                </a:solidFill>
              </a:defRPr>
            </a:lvl4pPr>
            <a:lvl5pPr lvl="4">
              <a:lnSpc>
                <a:spcPct val="100000"/>
              </a:lnSpc>
              <a:spcBef>
                <a:spcPts val="0"/>
              </a:spcBef>
              <a:spcAft>
                <a:spcPts val="0"/>
              </a:spcAft>
              <a:buClr>
                <a:schemeClr val="lt1"/>
              </a:buClr>
              <a:buSzPts val="4000"/>
              <a:buNone/>
              <a:defRPr sz="4000">
                <a:solidFill>
                  <a:schemeClr val="lt1"/>
                </a:solidFill>
              </a:defRPr>
            </a:lvl5pPr>
            <a:lvl6pPr lvl="5">
              <a:lnSpc>
                <a:spcPct val="100000"/>
              </a:lnSpc>
              <a:spcBef>
                <a:spcPts val="0"/>
              </a:spcBef>
              <a:spcAft>
                <a:spcPts val="0"/>
              </a:spcAft>
              <a:buClr>
                <a:schemeClr val="lt1"/>
              </a:buClr>
              <a:buSzPts val="4000"/>
              <a:buNone/>
              <a:defRPr sz="4000">
                <a:solidFill>
                  <a:schemeClr val="lt1"/>
                </a:solidFill>
              </a:defRPr>
            </a:lvl6pPr>
            <a:lvl7pPr lvl="6">
              <a:lnSpc>
                <a:spcPct val="100000"/>
              </a:lnSpc>
              <a:spcBef>
                <a:spcPts val="0"/>
              </a:spcBef>
              <a:spcAft>
                <a:spcPts val="0"/>
              </a:spcAft>
              <a:buClr>
                <a:schemeClr val="lt1"/>
              </a:buClr>
              <a:buSzPts val="4000"/>
              <a:buNone/>
              <a:defRPr sz="4000">
                <a:solidFill>
                  <a:schemeClr val="lt1"/>
                </a:solidFill>
              </a:defRPr>
            </a:lvl7pPr>
            <a:lvl8pPr lvl="7">
              <a:lnSpc>
                <a:spcPct val="100000"/>
              </a:lnSpc>
              <a:spcBef>
                <a:spcPts val="0"/>
              </a:spcBef>
              <a:spcAft>
                <a:spcPts val="0"/>
              </a:spcAft>
              <a:buClr>
                <a:schemeClr val="lt1"/>
              </a:buClr>
              <a:buSzPts val="4000"/>
              <a:buNone/>
              <a:defRPr sz="4000">
                <a:solidFill>
                  <a:schemeClr val="lt1"/>
                </a:solidFill>
              </a:defRPr>
            </a:lvl8pPr>
            <a:lvl9pPr lvl="8">
              <a:lnSpc>
                <a:spcPct val="100000"/>
              </a:lnSpc>
              <a:spcBef>
                <a:spcPts val="0"/>
              </a:spcBef>
              <a:spcAft>
                <a:spcPts val="0"/>
              </a:spcAft>
              <a:buClr>
                <a:schemeClr val="lt1"/>
              </a:buClr>
              <a:buSzPts val="4000"/>
              <a:buNone/>
              <a:defRPr sz="4000">
                <a:solidFill>
                  <a:schemeClr val="lt1"/>
                </a:solidFill>
              </a:defRPr>
            </a:lvl9pPr>
          </a:lstStyle>
          <a:p>
            <a:endParaRPr/>
          </a:p>
        </p:txBody>
      </p:sp>
      <p:sp>
        <p:nvSpPr>
          <p:cNvPr id="11" name="Google Shape;11;p2"/>
          <p:cNvSpPr txBox="1">
            <a:spLocks noGrp="1"/>
          </p:cNvSpPr>
          <p:nvPr>
            <p:ph type="subTitle" idx="1"/>
          </p:nvPr>
        </p:nvSpPr>
        <p:spPr>
          <a:xfrm>
            <a:off x="1371600" y="1714500"/>
            <a:ext cx="6400800" cy="390600"/>
          </a:xfrm>
          <a:prstGeom prst="rect">
            <a:avLst/>
          </a:prstGeom>
        </p:spPr>
        <p:txBody>
          <a:bodyPr spcFirstLastPara="1" wrap="square" lIns="0" tIns="0" rIns="0" bIns="0" anchor="ctr" anchorCtr="0">
            <a:noAutofit/>
          </a:bodyPr>
          <a:lstStyle>
            <a:lvl1pPr lvl="0">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1pPr>
            <a:lvl2pPr lvl="1">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2pPr>
            <a:lvl3pPr lvl="2">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3pPr>
            <a:lvl4pPr lvl="3">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4pPr>
            <a:lvl5pPr lvl="4">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5pPr>
            <a:lvl6pPr lvl="5">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6pPr>
            <a:lvl7pPr lvl="6">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7pPr>
            <a:lvl8pPr lvl="7">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8pPr>
            <a:lvl9pPr lvl="8">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9pPr>
          </a:lstStyle>
          <a:p>
            <a:endParaRPr/>
          </a:p>
        </p:txBody>
      </p:sp>
      <p:sp>
        <p:nvSpPr>
          <p:cNvPr id="12" name="Google Shape;12;p2"/>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pic>
        <p:nvPicPr>
          <p:cNvPr id="13" name="Google Shape;13;p2"/>
          <p:cNvPicPr preferRelativeResize="0"/>
          <p:nvPr/>
        </p:nvPicPr>
        <p:blipFill rotWithShape="1">
          <a:blip r:embed="rId2">
            <a:alphaModFix/>
          </a:blip>
          <a:srcRect r="83757"/>
          <a:stretch/>
        </p:blipFill>
        <p:spPr>
          <a:xfrm>
            <a:off x="8349849" y="571500"/>
            <a:ext cx="222649" cy="237100"/>
          </a:xfrm>
          <a:prstGeom prst="rect">
            <a:avLst/>
          </a:prstGeom>
          <a:noFill/>
          <a:ln>
            <a:noFill/>
          </a:ln>
        </p:spPr>
      </p:pic>
    </p:spTree>
  </p:cSld>
  <p:clrMapOvr>
    <a:masterClrMapping/>
  </p:clrMapOvr>
  <p:extLst>
    <p:ext uri="{DCECCB84-F9BA-43D5-87BE-67443E8EF086}">
      <p15:sldGuideLst xmlns:p15="http://schemas.microsoft.com/office/powerpoint/2012/main">
        <p15:guide id="1" pos="864">
          <p15:clr>
            <a:srgbClr val="E46962"/>
          </p15:clr>
        </p15:guide>
        <p15:guide id="2" pos="4896">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raining Agenda">
  <p:cSld name="CUSTOM_5_1">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571500" y="800102"/>
            <a:ext cx="4000500" cy="570600"/>
          </a:xfrm>
          <a:prstGeom prst="rect">
            <a:avLst/>
          </a:prstGeom>
        </p:spPr>
        <p:txBody>
          <a:bodyPr spcFirstLastPara="1" wrap="square" lIns="0" tIns="0" rIns="0" bIns="0" anchor="ctr" anchorCtr="0">
            <a:noAutofit/>
          </a:bodyPr>
          <a:lstStyle>
            <a:lvl1pPr lvl="0">
              <a:spcBef>
                <a:spcPts val="0"/>
              </a:spcBef>
              <a:spcAft>
                <a:spcPts val="0"/>
              </a:spcAft>
              <a:buSzPts val="1800"/>
              <a:buNone/>
              <a:defRPr b="1"/>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16" name="Google Shape;16;p3"/>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863">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odule index">
  <p:cSld name="CUSTOM_6_1">
    <p:bg>
      <p:bgPr>
        <a:solidFill>
          <a:schemeClr val="dk1"/>
        </a:solidFill>
        <a:effectLst/>
      </p:bgPr>
    </p:bg>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571500" y="800102"/>
            <a:ext cx="4000500" cy="570600"/>
          </a:xfrm>
          <a:prstGeom prst="rect">
            <a:avLst/>
          </a:prstGeom>
        </p:spPr>
        <p:txBody>
          <a:bodyPr spcFirstLastPara="1" wrap="square" lIns="0" tIns="0" rIns="0" bIns="0" anchor="ctr" anchorCtr="0">
            <a:noAutofit/>
          </a:bodyPr>
          <a:lstStyle>
            <a:lvl1pPr lvl="0">
              <a:spcBef>
                <a:spcPts val="0"/>
              </a:spcBef>
              <a:spcAft>
                <a:spcPts val="0"/>
              </a:spcAft>
              <a:buClr>
                <a:schemeClr val="lt1"/>
              </a:buClr>
              <a:buSzPts val="1800"/>
              <a:buNone/>
              <a:defRPr b="1">
                <a:solidFill>
                  <a:schemeClr val="lt1"/>
                </a:solidFill>
              </a:defRPr>
            </a:lvl1pPr>
            <a:lvl2pPr lvl="1">
              <a:spcBef>
                <a:spcPts val="0"/>
              </a:spcBef>
              <a:spcAft>
                <a:spcPts val="0"/>
              </a:spcAft>
              <a:buClr>
                <a:schemeClr val="lt1"/>
              </a:buClr>
              <a:buSzPts val="1800"/>
              <a:buNone/>
              <a:defRPr>
                <a:solidFill>
                  <a:schemeClr val="lt1"/>
                </a:solidFill>
              </a:defRPr>
            </a:lvl2pPr>
            <a:lvl3pPr lvl="2">
              <a:spcBef>
                <a:spcPts val="0"/>
              </a:spcBef>
              <a:spcAft>
                <a:spcPts val="0"/>
              </a:spcAft>
              <a:buClr>
                <a:schemeClr val="lt1"/>
              </a:buClr>
              <a:buSzPts val="1800"/>
              <a:buNone/>
              <a:defRPr>
                <a:solidFill>
                  <a:schemeClr val="lt1"/>
                </a:solidFill>
              </a:defRPr>
            </a:lvl3pPr>
            <a:lvl4pPr lvl="3">
              <a:spcBef>
                <a:spcPts val="0"/>
              </a:spcBef>
              <a:spcAft>
                <a:spcPts val="0"/>
              </a:spcAft>
              <a:buClr>
                <a:schemeClr val="lt1"/>
              </a:buClr>
              <a:buSzPts val="1800"/>
              <a:buNone/>
              <a:defRPr>
                <a:solidFill>
                  <a:schemeClr val="lt1"/>
                </a:solidFill>
              </a:defRPr>
            </a:lvl4pPr>
            <a:lvl5pPr lvl="4">
              <a:spcBef>
                <a:spcPts val="0"/>
              </a:spcBef>
              <a:spcAft>
                <a:spcPts val="0"/>
              </a:spcAft>
              <a:buClr>
                <a:schemeClr val="lt1"/>
              </a:buClr>
              <a:buSzPts val="1800"/>
              <a:buNone/>
              <a:defRPr>
                <a:solidFill>
                  <a:schemeClr val="lt1"/>
                </a:solidFill>
              </a:defRPr>
            </a:lvl5pPr>
            <a:lvl6pPr lvl="5">
              <a:spcBef>
                <a:spcPts val="0"/>
              </a:spcBef>
              <a:spcAft>
                <a:spcPts val="0"/>
              </a:spcAft>
              <a:buClr>
                <a:schemeClr val="lt1"/>
              </a:buClr>
              <a:buSzPts val="1800"/>
              <a:buNone/>
              <a:defRPr>
                <a:solidFill>
                  <a:schemeClr val="lt1"/>
                </a:solidFill>
              </a:defRPr>
            </a:lvl6pPr>
            <a:lvl7pPr lvl="6">
              <a:spcBef>
                <a:spcPts val="0"/>
              </a:spcBef>
              <a:spcAft>
                <a:spcPts val="0"/>
              </a:spcAft>
              <a:buClr>
                <a:schemeClr val="lt1"/>
              </a:buClr>
              <a:buSzPts val="1800"/>
              <a:buNone/>
              <a:defRPr>
                <a:solidFill>
                  <a:schemeClr val="lt1"/>
                </a:solidFill>
              </a:defRPr>
            </a:lvl7pPr>
            <a:lvl8pPr lvl="7">
              <a:spcBef>
                <a:spcPts val="0"/>
              </a:spcBef>
              <a:spcAft>
                <a:spcPts val="0"/>
              </a:spcAft>
              <a:buClr>
                <a:schemeClr val="lt1"/>
              </a:buClr>
              <a:buSzPts val="1800"/>
              <a:buNone/>
              <a:defRPr>
                <a:solidFill>
                  <a:schemeClr val="lt1"/>
                </a:solidFill>
              </a:defRPr>
            </a:lvl8pPr>
            <a:lvl9pPr lvl="8">
              <a:spcBef>
                <a:spcPts val="0"/>
              </a:spcBef>
              <a:spcAft>
                <a:spcPts val="0"/>
              </a:spcAft>
              <a:buClr>
                <a:schemeClr val="lt1"/>
              </a:buClr>
              <a:buSzPts val="1800"/>
              <a:buNone/>
              <a:defRPr>
                <a:solidFill>
                  <a:schemeClr val="lt1"/>
                </a:solidFill>
              </a:defRPr>
            </a:lvl9pPr>
          </a:lstStyle>
          <a:p>
            <a:endParaRPr/>
          </a:p>
        </p:txBody>
      </p:sp>
      <p:sp>
        <p:nvSpPr>
          <p:cNvPr id="19" name="Google Shape;19;p4"/>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863">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p:cSld name="SECTION_HEADER_1_1_3">
    <p:bg>
      <p:bgPr>
        <a:solidFill>
          <a:schemeClr val="dk1"/>
        </a:solidFill>
        <a:effectLst/>
      </p:bgPr>
    </p:bg>
    <p:spTree>
      <p:nvGrpSpPr>
        <p:cNvPr id="1" name="Shape 20"/>
        <p:cNvGrpSpPr/>
        <p:nvPr/>
      </p:nvGrpSpPr>
      <p:grpSpPr>
        <a:xfrm>
          <a:off x="0" y="0"/>
          <a:ext cx="0" cy="0"/>
          <a:chOff x="0" y="0"/>
          <a:chExt cx="0" cy="0"/>
        </a:xfrm>
      </p:grpSpPr>
      <p:sp>
        <p:nvSpPr>
          <p:cNvPr id="21" name="Google Shape;21;p5"/>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
        <p:nvSpPr>
          <p:cNvPr id="22" name="Google Shape;22;p5"/>
          <p:cNvSpPr txBox="1">
            <a:spLocks noGrp="1"/>
          </p:cNvSpPr>
          <p:nvPr>
            <p:ph type="ctrTitle"/>
          </p:nvPr>
        </p:nvSpPr>
        <p:spPr>
          <a:xfrm>
            <a:off x="1371575" y="2140200"/>
            <a:ext cx="6400800" cy="1253700"/>
          </a:xfrm>
          <a:prstGeom prst="rect">
            <a:avLst/>
          </a:prstGeom>
        </p:spPr>
        <p:txBody>
          <a:bodyPr spcFirstLastPara="1" wrap="square" lIns="0" tIns="0" rIns="0" bIns="0" anchor="ctr" anchorCtr="0">
            <a:spAutoFit/>
          </a:bodyPr>
          <a:lstStyle>
            <a:lvl1pPr lvl="0" algn="ctr">
              <a:lnSpc>
                <a:spcPct val="100000"/>
              </a:lnSpc>
              <a:spcBef>
                <a:spcPts val="1000"/>
              </a:spcBef>
              <a:spcAft>
                <a:spcPts val="0"/>
              </a:spcAft>
              <a:buClr>
                <a:schemeClr val="lt1"/>
              </a:buClr>
              <a:buSzPts val="4000"/>
              <a:buNone/>
              <a:defRPr sz="4000" b="1">
                <a:solidFill>
                  <a:schemeClr val="lt1"/>
                </a:solidFill>
              </a:defRPr>
            </a:lvl1pPr>
            <a:lvl2pPr lvl="1" algn="ctr">
              <a:lnSpc>
                <a:spcPct val="100000"/>
              </a:lnSpc>
              <a:spcBef>
                <a:spcPts val="0"/>
              </a:spcBef>
              <a:spcAft>
                <a:spcPts val="0"/>
              </a:spcAft>
              <a:buClr>
                <a:schemeClr val="lt1"/>
              </a:buClr>
              <a:buSzPts val="4000"/>
              <a:buNone/>
              <a:defRPr sz="4000">
                <a:solidFill>
                  <a:schemeClr val="lt1"/>
                </a:solidFill>
              </a:defRPr>
            </a:lvl2pPr>
            <a:lvl3pPr lvl="2" algn="ctr">
              <a:lnSpc>
                <a:spcPct val="100000"/>
              </a:lnSpc>
              <a:spcBef>
                <a:spcPts val="0"/>
              </a:spcBef>
              <a:spcAft>
                <a:spcPts val="0"/>
              </a:spcAft>
              <a:buClr>
                <a:schemeClr val="lt1"/>
              </a:buClr>
              <a:buSzPts val="4000"/>
              <a:buNone/>
              <a:defRPr sz="4000">
                <a:solidFill>
                  <a:schemeClr val="lt1"/>
                </a:solidFill>
              </a:defRPr>
            </a:lvl3pPr>
            <a:lvl4pPr lvl="3" algn="ctr">
              <a:lnSpc>
                <a:spcPct val="100000"/>
              </a:lnSpc>
              <a:spcBef>
                <a:spcPts val="0"/>
              </a:spcBef>
              <a:spcAft>
                <a:spcPts val="0"/>
              </a:spcAft>
              <a:buClr>
                <a:schemeClr val="lt1"/>
              </a:buClr>
              <a:buSzPts val="4000"/>
              <a:buNone/>
              <a:defRPr sz="4000">
                <a:solidFill>
                  <a:schemeClr val="lt1"/>
                </a:solidFill>
              </a:defRPr>
            </a:lvl4pPr>
            <a:lvl5pPr lvl="4" algn="ctr">
              <a:lnSpc>
                <a:spcPct val="100000"/>
              </a:lnSpc>
              <a:spcBef>
                <a:spcPts val="0"/>
              </a:spcBef>
              <a:spcAft>
                <a:spcPts val="0"/>
              </a:spcAft>
              <a:buClr>
                <a:schemeClr val="lt1"/>
              </a:buClr>
              <a:buSzPts val="4000"/>
              <a:buNone/>
              <a:defRPr sz="4000">
                <a:solidFill>
                  <a:schemeClr val="lt1"/>
                </a:solidFill>
              </a:defRPr>
            </a:lvl5pPr>
            <a:lvl6pPr lvl="5" algn="ctr">
              <a:lnSpc>
                <a:spcPct val="100000"/>
              </a:lnSpc>
              <a:spcBef>
                <a:spcPts val="0"/>
              </a:spcBef>
              <a:spcAft>
                <a:spcPts val="0"/>
              </a:spcAft>
              <a:buClr>
                <a:schemeClr val="lt1"/>
              </a:buClr>
              <a:buSzPts val="4000"/>
              <a:buNone/>
              <a:defRPr sz="4000">
                <a:solidFill>
                  <a:schemeClr val="lt1"/>
                </a:solidFill>
              </a:defRPr>
            </a:lvl6pPr>
            <a:lvl7pPr lvl="6" algn="ctr">
              <a:lnSpc>
                <a:spcPct val="100000"/>
              </a:lnSpc>
              <a:spcBef>
                <a:spcPts val="0"/>
              </a:spcBef>
              <a:spcAft>
                <a:spcPts val="0"/>
              </a:spcAft>
              <a:buClr>
                <a:schemeClr val="lt1"/>
              </a:buClr>
              <a:buSzPts val="4000"/>
              <a:buNone/>
              <a:defRPr sz="4000">
                <a:solidFill>
                  <a:schemeClr val="lt1"/>
                </a:solidFill>
              </a:defRPr>
            </a:lvl7pPr>
            <a:lvl8pPr lvl="7" algn="ctr">
              <a:lnSpc>
                <a:spcPct val="100000"/>
              </a:lnSpc>
              <a:spcBef>
                <a:spcPts val="0"/>
              </a:spcBef>
              <a:spcAft>
                <a:spcPts val="0"/>
              </a:spcAft>
              <a:buClr>
                <a:schemeClr val="lt1"/>
              </a:buClr>
              <a:buSzPts val="4000"/>
              <a:buNone/>
              <a:defRPr sz="4000">
                <a:solidFill>
                  <a:schemeClr val="lt1"/>
                </a:solidFill>
              </a:defRPr>
            </a:lvl8pPr>
            <a:lvl9pPr lvl="8" algn="ctr">
              <a:lnSpc>
                <a:spcPct val="100000"/>
              </a:lnSpc>
              <a:spcBef>
                <a:spcPts val="0"/>
              </a:spcBef>
              <a:spcAft>
                <a:spcPts val="0"/>
              </a:spcAft>
              <a:buClr>
                <a:schemeClr val="lt1"/>
              </a:buClr>
              <a:buSzPts val="4000"/>
              <a:buNone/>
              <a:defRPr sz="4000">
                <a:solidFill>
                  <a:schemeClr val="lt1"/>
                </a:solidFill>
              </a:defRPr>
            </a:lvl9pPr>
          </a:lstStyle>
          <a:p>
            <a:endParaRPr/>
          </a:p>
        </p:txBody>
      </p:sp>
      <p:sp>
        <p:nvSpPr>
          <p:cNvPr id="23" name="Google Shape;23;p5"/>
          <p:cNvSpPr txBox="1">
            <a:spLocks noGrp="1"/>
          </p:cNvSpPr>
          <p:nvPr>
            <p:ph type="subTitle" idx="1"/>
          </p:nvPr>
        </p:nvSpPr>
        <p:spPr>
          <a:xfrm>
            <a:off x="1371625" y="1749600"/>
            <a:ext cx="6400800" cy="390600"/>
          </a:xfrm>
          <a:prstGeom prst="rect">
            <a:avLst/>
          </a:prstGeom>
        </p:spPr>
        <p:txBody>
          <a:bodyPr spcFirstLastPara="1" wrap="square" lIns="0" tIns="0" rIns="0" bIns="0" anchor="ctr" anchorCtr="0">
            <a:noAutofit/>
          </a:bodyPr>
          <a:lstStyle>
            <a:lvl1pPr lvl="0" algn="ctr">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1pPr>
            <a:lvl2pPr lvl="1" algn="ctr">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2pPr>
            <a:lvl3pPr lvl="2" algn="ctr">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3pPr>
            <a:lvl4pPr lvl="3" algn="ctr">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4pPr>
            <a:lvl5pPr lvl="4" algn="ctr">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5pPr>
            <a:lvl6pPr lvl="5" algn="ctr">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6pPr>
            <a:lvl7pPr lvl="6" algn="ctr">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7pPr>
            <a:lvl8pPr lvl="7" algn="ctr">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8pPr>
            <a:lvl9pPr lvl="8" algn="ctr">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9pPr>
          </a:lstStyle>
          <a:p>
            <a:endParaRPr/>
          </a:p>
        </p:txBody>
      </p:sp>
    </p:spTree>
  </p:cSld>
  <p:clrMapOvr>
    <a:masterClrMapping/>
  </p:clrMapOvr>
  <p:extLst>
    <p:ext uri="{DCECCB84-F9BA-43D5-87BE-67443E8EF086}">
      <p15:sldGuideLst xmlns:p15="http://schemas.microsoft.com/office/powerpoint/2012/main">
        <p15:guide id="1" pos="864">
          <p15:clr>
            <a:srgbClr val="E46962"/>
          </p15:clr>
        </p15:guide>
        <p15:guide id="2" pos="4896">
          <p15:clr>
            <a:srgbClr val="E46962"/>
          </p15:clr>
        </p15:guide>
        <p15:guide id="3" orient="horz" pos="1620">
          <p15:clr>
            <a:srgbClr val="E46962"/>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ub-section header" type="secHead">
  <p:cSld name="SECTION_HEADER">
    <p:spTree>
      <p:nvGrpSpPr>
        <p:cNvPr id="1" name="Shape 24"/>
        <p:cNvGrpSpPr/>
        <p:nvPr/>
      </p:nvGrpSpPr>
      <p:grpSpPr>
        <a:xfrm>
          <a:off x="0" y="0"/>
          <a:ext cx="0" cy="0"/>
          <a:chOff x="0" y="0"/>
          <a:chExt cx="0" cy="0"/>
        </a:xfrm>
      </p:grpSpPr>
      <p:sp>
        <p:nvSpPr>
          <p:cNvPr id="25" name="Google Shape;25;p6"/>
          <p:cNvSpPr txBox="1">
            <a:spLocks noGrp="1"/>
          </p:cNvSpPr>
          <p:nvPr>
            <p:ph type="title"/>
          </p:nvPr>
        </p:nvSpPr>
        <p:spPr>
          <a:xfrm>
            <a:off x="571500" y="2150850"/>
            <a:ext cx="8001000" cy="841800"/>
          </a:xfrm>
          <a:prstGeom prst="rect">
            <a:avLst/>
          </a:prstGeom>
        </p:spPr>
        <p:txBody>
          <a:bodyPr spcFirstLastPara="1" wrap="square" lIns="0" tIns="0" rIns="0" bIns="0" anchor="ctr" anchorCtr="0">
            <a:noAutofit/>
          </a:bodyPr>
          <a:lstStyle>
            <a:lvl1pPr lvl="0" algn="ctr">
              <a:lnSpc>
                <a:spcPct val="100000"/>
              </a:lnSpc>
              <a:spcBef>
                <a:spcPts val="0"/>
              </a:spcBef>
              <a:spcAft>
                <a:spcPts val="0"/>
              </a:spcAft>
              <a:buClr>
                <a:schemeClr val="dk2"/>
              </a:buClr>
              <a:buSzPts val="3200"/>
              <a:buNone/>
              <a:defRPr sz="3200">
                <a:solidFill>
                  <a:schemeClr val="dk2"/>
                </a:solidFill>
              </a:defRPr>
            </a:lvl1pPr>
            <a:lvl2pPr lvl="1" algn="ctr">
              <a:lnSpc>
                <a:spcPct val="100000"/>
              </a:lnSpc>
              <a:spcBef>
                <a:spcPts val="0"/>
              </a:spcBef>
              <a:spcAft>
                <a:spcPts val="0"/>
              </a:spcAft>
              <a:buClr>
                <a:schemeClr val="dk2"/>
              </a:buClr>
              <a:buSzPts val="3200"/>
              <a:buNone/>
              <a:defRPr sz="3200">
                <a:solidFill>
                  <a:schemeClr val="dk2"/>
                </a:solidFill>
              </a:defRPr>
            </a:lvl2pPr>
            <a:lvl3pPr lvl="2" algn="ctr">
              <a:lnSpc>
                <a:spcPct val="100000"/>
              </a:lnSpc>
              <a:spcBef>
                <a:spcPts val="0"/>
              </a:spcBef>
              <a:spcAft>
                <a:spcPts val="0"/>
              </a:spcAft>
              <a:buClr>
                <a:schemeClr val="dk2"/>
              </a:buClr>
              <a:buSzPts val="3200"/>
              <a:buNone/>
              <a:defRPr sz="3200">
                <a:solidFill>
                  <a:schemeClr val="dk2"/>
                </a:solidFill>
              </a:defRPr>
            </a:lvl3pPr>
            <a:lvl4pPr lvl="3" algn="ctr">
              <a:lnSpc>
                <a:spcPct val="100000"/>
              </a:lnSpc>
              <a:spcBef>
                <a:spcPts val="0"/>
              </a:spcBef>
              <a:spcAft>
                <a:spcPts val="0"/>
              </a:spcAft>
              <a:buClr>
                <a:schemeClr val="dk2"/>
              </a:buClr>
              <a:buSzPts val="3200"/>
              <a:buNone/>
              <a:defRPr sz="3200">
                <a:solidFill>
                  <a:schemeClr val="dk2"/>
                </a:solidFill>
              </a:defRPr>
            </a:lvl4pPr>
            <a:lvl5pPr lvl="4" algn="ctr">
              <a:lnSpc>
                <a:spcPct val="100000"/>
              </a:lnSpc>
              <a:spcBef>
                <a:spcPts val="0"/>
              </a:spcBef>
              <a:spcAft>
                <a:spcPts val="0"/>
              </a:spcAft>
              <a:buClr>
                <a:schemeClr val="dk2"/>
              </a:buClr>
              <a:buSzPts val="3200"/>
              <a:buNone/>
              <a:defRPr sz="3200">
                <a:solidFill>
                  <a:schemeClr val="dk2"/>
                </a:solidFill>
              </a:defRPr>
            </a:lvl5pPr>
            <a:lvl6pPr lvl="5" algn="ctr">
              <a:lnSpc>
                <a:spcPct val="100000"/>
              </a:lnSpc>
              <a:spcBef>
                <a:spcPts val="0"/>
              </a:spcBef>
              <a:spcAft>
                <a:spcPts val="0"/>
              </a:spcAft>
              <a:buClr>
                <a:schemeClr val="dk2"/>
              </a:buClr>
              <a:buSzPts val="3200"/>
              <a:buNone/>
              <a:defRPr sz="3200">
                <a:solidFill>
                  <a:schemeClr val="dk2"/>
                </a:solidFill>
              </a:defRPr>
            </a:lvl6pPr>
            <a:lvl7pPr lvl="6" algn="ctr">
              <a:lnSpc>
                <a:spcPct val="100000"/>
              </a:lnSpc>
              <a:spcBef>
                <a:spcPts val="0"/>
              </a:spcBef>
              <a:spcAft>
                <a:spcPts val="0"/>
              </a:spcAft>
              <a:buClr>
                <a:schemeClr val="dk2"/>
              </a:buClr>
              <a:buSzPts val="3200"/>
              <a:buNone/>
              <a:defRPr sz="3200">
                <a:solidFill>
                  <a:schemeClr val="dk2"/>
                </a:solidFill>
              </a:defRPr>
            </a:lvl7pPr>
            <a:lvl8pPr lvl="7" algn="ctr">
              <a:lnSpc>
                <a:spcPct val="100000"/>
              </a:lnSpc>
              <a:spcBef>
                <a:spcPts val="0"/>
              </a:spcBef>
              <a:spcAft>
                <a:spcPts val="0"/>
              </a:spcAft>
              <a:buClr>
                <a:schemeClr val="dk2"/>
              </a:buClr>
              <a:buSzPts val="3200"/>
              <a:buNone/>
              <a:defRPr sz="3200">
                <a:solidFill>
                  <a:schemeClr val="dk2"/>
                </a:solidFill>
              </a:defRPr>
            </a:lvl8pPr>
            <a:lvl9pPr lvl="8" algn="ctr">
              <a:lnSpc>
                <a:spcPct val="100000"/>
              </a:lnSpc>
              <a:spcBef>
                <a:spcPts val="0"/>
              </a:spcBef>
              <a:spcAft>
                <a:spcPts val="0"/>
              </a:spcAft>
              <a:buClr>
                <a:schemeClr val="dk2"/>
              </a:buClr>
              <a:buSzPts val="3200"/>
              <a:buNone/>
              <a:defRPr sz="3200">
                <a:solidFill>
                  <a:schemeClr val="dk2"/>
                </a:solidFill>
              </a:defRPr>
            </a:lvl9pPr>
          </a:lstStyle>
          <a:p>
            <a:endParaRPr/>
          </a:p>
        </p:txBody>
      </p:sp>
      <p:sp>
        <p:nvSpPr>
          <p:cNvPr id="26" name="Google Shape;26;p6"/>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27"/>
        <p:cNvGrpSpPr/>
        <p:nvPr/>
      </p:nvGrpSpPr>
      <p:grpSpPr>
        <a:xfrm>
          <a:off x="0" y="0"/>
          <a:ext cx="0" cy="0"/>
          <a:chOff x="0" y="0"/>
          <a:chExt cx="0" cy="0"/>
        </a:xfrm>
      </p:grpSpPr>
      <p:sp>
        <p:nvSpPr>
          <p:cNvPr id="28" name="Google Shape;28;p7"/>
          <p:cNvSpPr txBox="1">
            <a:spLocks noGrp="1"/>
          </p:cNvSpPr>
          <p:nvPr>
            <p:ph type="title"/>
          </p:nvPr>
        </p:nvSpPr>
        <p:spPr>
          <a:xfrm>
            <a:off x="571500" y="800100"/>
            <a:ext cx="4000500" cy="9144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1800"/>
              <a:buFont typeface="Poppins"/>
              <a:buNone/>
              <a:defRPr sz="1800" b="1">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a:endParaRPr/>
          </a:p>
        </p:txBody>
      </p:sp>
      <p:sp>
        <p:nvSpPr>
          <p:cNvPr id="29" name="Google Shape;29;p7"/>
          <p:cNvSpPr txBox="1">
            <a:spLocks noGrp="1"/>
          </p:cNvSpPr>
          <p:nvPr>
            <p:ph type="body" idx="1"/>
          </p:nvPr>
        </p:nvSpPr>
        <p:spPr>
          <a:xfrm>
            <a:off x="571500" y="1714500"/>
            <a:ext cx="4000500" cy="2857500"/>
          </a:xfrm>
          <a:prstGeom prst="rect">
            <a:avLst/>
          </a:prstGeom>
        </p:spPr>
        <p:txBody>
          <a:bodyPr spcFirstLastPara="1" wrap="square" lIns="0" tIns="0" rIns="0" bIns="0" anchor="t" anchorCtr="0">
            <a:noAutofit/>
          </a:bodyPr>
          <a:lstStyle>
            <a:lvl1pPr marL="457200" lvl="0" indent="-3048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marL="914400" lvl="1" indent="-3048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marL="1371600" lvl="2"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marL="1828800" lvl="3"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marL="2286000" lvl="4"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marL="2743200" lvl="5"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marL="3200400" lvl="6"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marL="3657600" lvl="7"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marL="4114800" lvl="8" indent="-2921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a:endParaRPr/>
          </a:p>
        </p:txBody>
      </p:sp>
      <p:sp>
        <p:nvSpPr>
          <p:cNvPr id="30" name="Google Shape;30;p7"/>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ext + picture">
  <p:cSld name="CUSTOM_2">
    <p:spTree>
      <p:nvGrpSpPr>
        <p:cNvPr id="1" name="Shape 31"/>
        <p:cNvGrpSpPr/>
        <p:nvPr/>
      </p:nvGrpSpPr>
      <p:grpSpPr>
        <a:xfrm>
          <a:off x="0" y="0"/>
          <a:ext cx="0" cy="0"/>
          <a:chOff x="0" y="0"/>
          <a:chExt cx="0" cy="0"/>
        </a:xfrm>
      </p:grpSpPr>
      <p:sp>
        <p:nvSpPr>
          <p:cNvPr id="32" name="Google Shape;32;p8"/>
          <p:cNvSpPr txBox="1">
            <a:spLocks noGrp="1"/>
          </p:cNvSpPr>
          <p:nvPr>
            <p:ph type="title"/>
          </p:nvPr>
        </p:nvSpPr>
        <p:spPr>
          <a:xfrm>
            <a:off x="571500" y="800100"/>
            <a:ext cx="3089700" cy="9144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1800"/>
              <a:buFont typeface="Poppins"/>
              <a:buNone/>
              <a:defRPr sz="1800" b="1">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a:endParaRPr/>
          </a:p>
        </p:txBody>
      </p:sp>
      <p:sp>
        <p:nvSpPr>
          <p:cNvPr id="33" name="Google Shape;33;p8"/>
          <p:cNvSpPr>
            <a:spLocks noGrp="1"/>
          </p:cNvSpPr>
          <p:nvPr>
            <p:ph type="pic" idx="2"/>
          </p:nvPr>
        </p:nvSpPr>
        <p:spPr>
          <a:xfrm>
            <a:off x="5011488" y="962700"/>
            <a:ext cx="3218100" cy="3218100"/>
          </a:xfrm>
          <a:prstGeom prst="roundRect">
            <a:avLst>
              <a:gd name="adj" fmla="val 1254"/>
            </a:avLst>
          </a:prstGeom>
          <a:noFill/>
          <a:ln>
            <a:noFill/>
          </a:ln>
        </p:spPr>
      </p:sp>
      <p:sp>
        <p:nvSpPr>
          <p:cNvPr id="34" name="Google Shape;34;p8"/>
          <p:cNvSpPr txBox="1">
            <a:spLocks noGrp="1"/>
          </p:cNvSpPr>
          <p:nvPr>
            <p:ph type="body" idx="1"/>
          </p:nvPr>
        </p:nvSpPr>
        <p:spPr>
          <a:xfrm>
            <a:off x="571500" y="1714500"/>
            <a:ext cx="3089700" cy="2857500"/>
          </a:xfrm>
          <a:prstGeom prst="rect">
            <a:avLst/>
          </a:prstGeom>
        </p:spPr>
        <p:txBody>
          <a:bodyPr spcFirstLastPara="1" wrap="square" lIns="0" tIns="0" rIns="0" bIns="0" anchor="t" anchorCtr="0">
            <a:noAutofit/>
          </a:bodyPr>
          <a:lstStyle>
            <a:lvl1pPr marL="457200" lvl="0" indent="-3048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marL="914400" lvl="1" indent="-3048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marL="1371600" lvl="2"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marL="1828800" lvl="3"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marL="2286000" lvl="4"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marL="2743200" lvl="5"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marL="3200400" lvl="6"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marL="3657600" lvl="7"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marL="4114800" lvl="8" indent="-2921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a:endParaRPr/>
          </a:p>
        </p:txBody>
      </p:sp>
      <p:sp>
        <p:nvSpPr>
          <p:cNvPr id="35" name="Google Shape;35;p8"/>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pos="5184">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text and bullet points">
  <p:cSld name="CUSTOM_1_2">
    <p:spTree>
      <p:nvGrpSpPr>
        <p:cNvPr id="1" name="Shape 36"/>
        <p:cNvGrpSpPr/>
        <p:nvPr/>
      </p:nvGrpSpPr>
      <p:grpSpPr>
        <a:xfrm>
          <a:off x="0" y="0"/>
          <a:ext cx="0" cy="0"/>
          <a:chOff x="0" y="0"/>
          <a:chExt cx="0" cy="0"/>
        </a:xfrm>
      </p:grpSpPr>
      <p:sp>
        <p:nvSpPr>
          <p:cNvPr id="37" name="Google Shape;37;p9"/>
          <p:cNvSpPr txBox="1">
            <a:spLocks noGrp="1"/>
          </p:cNvSpPr>
          <p:nvPr>
            <p:ph type="title"/>
          </p:nvPr>
        </p:nvSpPr>
        <p:spPr>
          <a:xfrm>
            <a:off x="571500" y="800105"/>
            <a:ext cx="4000500" cy="914400"/>
          </a:xfrm>
          <a:prstGeom prst="rect">
            <a:avLst/>
          </a:prstGeom>
        </p:spPr>
        <p:txBody>
          <a:bodyPr spcFirstLastPara="1" wrap="square" lIns="0" tIns="0" rIns="0" bIns="0" anchor="ctr" anchorCtr="0">
            <a:noAutofit/>
          </a:bodyPr>
          <a:lstStyle>
            <a:lvl1pPr lvl="0">
              <a:spcBef>
                <a:spcPts val="0"/>
              </a:spcBef>
              <a:spcAft>
                <a:spcPts val="0"/>
              </a:spcAft>
              <a:buSzPts val="1800"/>
              <a:buNone/>
              <a:defRPr b="1"/>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38" name="Google Shape;38;p9"/>
          <p:cNvSpPr txBox="1">
            <a:spLocks noGrp="1"/>
          </p:cNvSpPr>
          <p:nvPr>
            <p:ph type="body" idx="1"/>
          </p:nvPr>
        </p:nvSpPr>
        <p:spPr>
          <a:xfrm>
            <a:off x="571500" y="1714500"/>
            <a:ext cx="4000500" cy="1023900"/>
          </a:xfrm>
          <a:prstGeom prst="rect">
            <a:avLst/>
          </a:prstGeom>
        </p:spPr>
        <p:txBody>
          <a:bodyPr spcFirstLastPara="1" wrap="square" lIns="0" tIns="0" rIns="0" bIns="0" anchor="t" anchorCtr="0">
            <a:spAutoFit/>
          </a:bodyPr>
          <a:lstStyle>
            <a:lvl1pPr marL="457200" lvl="0" indent="-3048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marL="914400" lvl="1" indent="-304800">
              <a:lnSpc>
                <a:spcPct val="115000"/>
              </a:lnSpc>
              <a:spcBef>
                <a:spcPts val="0"/>
              </a:spcBef>
              <a:spcAft>
                <a:spcPts val="0"/>
              </a:spcAft>
              <a:buClr>
                <a:schemeClr val="accent1"/>
              </a:buClr>
              <a:buSzPts val="1200"/>
              <a:buFont typeface="Lato"/>
              <a:buChar char="○"/>
              <a:defRPr sz="1200">
                <a:solidFill>
                  <a:schemeClr val="lt2"/>
                </a:solidFill>
                <a:latin typeface="Lato"/>
                <a:ea typeface="Lato"/>
                <a:cs typeface="Lato"/>
                <a:sym typeface="Lato"/>
              </a:defRPr>
            </a:lvl2pPr>
            <a:lvl3pPr marL="1371600" lvl="2" indent="-292100">
              <a:lnSpc>
                <a:spcPct val="115000"/>
              </a:lnSpc>
              <a:spcBef>
                <a:spcPts val="0"/>
              </a:spcBef>
              <a:spcAft>
                <a:spcPts val="0"/>
              </a:spcAft>
              <a:buClr>
                <a:schemeClr val="accent1"/>
              </a:buClr>
              <a:buSzPts val="1000"/>
              <a:buFont typeface="Lato"/>
              <a:buChar char="■"/>
              <a:defRPr sz="1000">
                <a:solidFill>
                  <a:schemeClr val="lt2"/>
                </a:solidFill>
                <a:latin typeface="Lato"/>
                <a:ea typeface="Lato"/>
                <a:cs typeface="Lato"/>
                <a:sym typeface="Lato"/>
              </a:defRPr>
            </a:lvl3pPr>
            <a:lvl4pPr marL="1828800" lvl="3" indent="-292100">
              <a:lnSpc>
                <a:spcPct val="115000"/>
              </a:lnSpc>
              <a:spcBef>
                <a:spcPts val="0"/>
              </a:spcBef>
              <a:spcAft>
                <a:spcPts val="0"/>
              </a:spcAft>
              <a:buClr>
                <a:schemeClr val="accent1"/>
              </a:buClr>
              <a:buSzPts val="1000"/>
              <a:buFont typeface="Lato"/>
              <a:buChar char="●"/>
              <a:defRPr sz="1000">
                <a:solidFill>
                  <a:schemeClr val="lt2"/>
                </a:solidFill>
                <a:latin typeface="Lato"/>
                <a:ea typeface="Lato"/>
                <a:cs typeface="Lato"/>
                <a:sym typeface="Lato"/>
              </a:defRPr>
            </a:lvl4pPr>
            <a:lvl5pPr marL="2286000" lvl="4" indent="-292100">
              <a:lnSpc>
                <a:spcPct val="115000"/>
              </a:lnSpc>
              <a:spcBef>
                <a:spcPts val="0"/>
              </a:spcBef>
              <a:spcAft>
                <a:spcPts val="0"/>
              </a:spcAft>
              <a:buClr>
                <a:schemeClr val="accent1"/>
              </a:buClr>
              <a:buSzPts val="1000"/>
              <a:buFont typeface="Lato"/>
              <a:buChar char="○"/>
              <a:defRPr sz="1000">
                <a:solidFill>
                  <a:schemeClr val="lt2"/>
                </a:solidFill>
                <a:latin typeface="Lato"/>
                <a:ea typeface="Lato"/>
                <a:cs typeface="Lato"/>
                <a:sym typeface="Lato"/>
              </a:defRPr>
            </a:lvl5pPr>
            <a:lvl6pPr marL="2743200" lvl="5" indent="-292100">
              <a:lnSpc>
                <a:spcPct val="115000"/>
              </a:lnSpc>
              <a:spcBef>
                <a:spcPts val="0"/>
              </a:spcBef>
              <a:spcAft>
                <a:spcPts val="0"/>
              </a:spcAft>
              <a:buClr>
                <a:schemeClr val="accent1"/>
              </a:buClr>
              <a:buSzPts val="1000"/>
              <a:buFont typeface="Lato"/>
              <a:buChar char="■"/>
              <a:defRPr sz="1000">
                <a:solidFill>
                  <a:schemeClr val="lt2"/>
                </a:solidFill>
                <a:latin typeface="Lato"/>
                <a:ea typeface="Lato"/>
                <a:cs typeface="Lato"/>
                <a:sym typeface="Lato"/>
              </a:defRPr>
            </a:lvl6pPr>
            <a:lvl7pPr marL="3200400" lvl="6" indent="-292100">
              <a:lnSpc>
                <a:spcPct val="115000"/>
              </a:lnSpc>
              <a:spcBef>
                <a:spcPts val="0"/>
              </a:spcBef>
              <a:spcAft>
                <a:spcPts val="0"/>
              </a:spcAft>
              <a:buClr>
                <a:schemeClr val="accent1"/>
              </a:buClr>
              <a:buSzPts val="1000"/>
              <a:buFont typeface="Lato"/>
              <a:buChar char="●"/>
              <a:defRPr sz="1000">
                <a:solidFill>
                  <a:schemeClr val="lt2"/>
                </a:solidFill>
                <a:latin typeface="Lato"/>
                <a:ea typeface="Lato"/>
                <a:cs typeface="Lato"/>
                <a:sym typeface="Lato"/>
              </a:defRPr>
            </a:lvl7pPr>
            <a:lvl8pPr marL="3657600" lvl="7" indent="-292100">
              <a:lnSpc>
                <a:spcPct val="115000"/>
              </a:lnSpc>
              <a:spcBef>
                <a:spcPts val="0"/>
              </a:spcBef>
              <a:spcAft>
                <a:spcPts val="0"/>
              </a:spcAft>
              <a:buClr>
                <a:schemeClr val="accent1"/>
              </a:buClr>
              <a:buSzPts val="1000"/>
              <a:buFont typeface="Lato"/>
              <a:buChar char="○"/>
              <a:defRPr sz="1000">
                <a:solidFill>
                  <a:schemeClr val="lt2"/>
                </a:solidFill>
                <a:latin typeface="Lato"/>
                <a:ea typeface="Lato"/>
                <a:cs typeface="Lato"/>
                <a:sym typeface="Lato"/>
              </a:defRPr>
            </a:lvl8pPr>
            <a:lvl9pPr marL="4114800" lvl="8" indent="-292100">
              <a:lnSpc>
                <a:spcPct val="115000"/>
              </a:lnSpc>
              <a:spcBef>
                <a:spcPts val="0"/>
              </a:spcBef>
              <a:spcAft>
                <a:spcPts val="0"/>
              </a:spcAft>
              <a:buClr>
                <a:schemeClr val="accent1"/>
              </a:buClr>
              <a:buSzPts val="1000"/>
              <a:buFont typeface="Lato"/>
              <a:buChar char="■"/>
              <a:defRPr sz="1000">
                <a:solidFill>
                  <a:schemeClr val="lt2"/>
                </a:solidFill>
                <a:latin typeface="Lato"/>
                <a:ea typeface="Lato"/>
                <a:cs typeface="Lato"/>
                <a:sym typeface="Lato"/>
              </a:defRPr>
            </a:lvl9pPr>
          </a:lstStyle>
          <a:p>
            <a:endParaRPr/>
          </a:p>
        </p:txBody>
      </p:sp>
      <p:sp>
        <p:nvSpPr>
          <p:cNvPr id="39" name="Google Shape;39;p9"/>
          <p:cNvSpPr txBox="1">
            <a:spLocks noGrp="1"/>
          </p:cNvSpPr>
          <p:nvPr>
            <p:ph type="body" idx="2"/>
          </p:nvPr>
        </p:nvSpPr>
        <p:spPr>
          <a:xfrm>
            <a:off x="571500" y="2965425"/>
            <a:ext cx="4000500" cy="1606500"/>
          </a:xfrm>
          <a:prstGeom prst="rect">
            <a:avLst/>
          </a:prstGeom>
        </p:spPr>
        <p:txBody>
          <a:bodyPr spcFirstLastPara="1" wrap="square" lIns="0" tIns="0" rIns="0" bIns="0" anchor="t" anchorCtr="0">
            <a:noAutofit/>
          </a:bodyPr>
          <a:lstStyle>
            <a:lvl1pPr marL="457200" lvl="0" indent="-3048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marL="914400" lvl="1" indent="-3048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marL="1371600" lvl="2"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marL="1828800" lvl="3"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marL="2286000" lvl="4"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marL="2743200" lvl="5"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marL="3200400" lvl="6"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marL="3657600" lvl="7"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marL="4114800" lvl="8" indent="-2921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a:endParaRPr/>
          </a:p>
        </p:txBody>
      </p:sp>
      <p:sp>
        <p:nvSpPr>
          <p:cNvPr id="40" name="Google Shape;40;p9"/>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list">
  <p:cSld name="CUSTOM_1_1">
    <p:spTree>
      <p:nvGrpSpPr>
        <p:cNvPr id="1" name="Shape 41"/>
        <p:cNvGrpSpPr/>
        <p:nvPr/>
      </p:nvGrpSpPr>
      <p:grpSpPr>
        <a:xfrm>
          <a:off x="0" y="0"/>
          <a:ext cx="0" cy="0"/>
          <a:chOff x="0" y="0"/>
          <a:chExt cx="0" cy="0"/>
        </a:xfrm>
      </p:grpSpPr>
      <p:sp>
        <p:nvSpPr>
          <p:cNvPr id="42" name="Google Shape;42;p10"/>
          <p:cNvSpPr txBox="1">
            <a:spLocks noGrp="1"/>
          </p:cNvSpPr>
          <p:nvPr>
            <p:ph type="title"/>
          </p:nvPr>
        </p:nvSpPr>
        <p:spPr>
          <a:xfrm>
            <a:off x="571500" y="800100"/>
            <a:ext cx="4000500" cy="9144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1800"/>
              <a:buFont typeface="Poppins"/>
              <a:buNone/>
              <a:defRPr sz="1800" b="1">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a:endParaRPr/>
          </a:p>
        </p:txBody>
      </p:sp>
      <p:sp>
        <p:nvSpPr>
          <p:cNvPr id="43" name="Google Shape;43;p10"/>
          <p:cNvSpPr txBox="1">
            <a:spLocks noGrp="1"/>
          </p:cNvSpPr>
          <p:nvPr>
            <p:ph type="body" idx="1"/>
          </p:nvPr>
        </p:nvSpPr>
        <p:spPr>
          <a:xfrm>
            <a:off x="571500" y="1714500"/>
            <a:ext cx="4000500" cy="2857500"/>
          </a:xfrm>
          <a:prstGeom prst="rect">
            <a:avLst/>
          </a:prstGeom>
        </p:spPr>
        <p:txBody>
          <a:bodyPr spcFirstLastPara="1" wrap="square" lIns="0" tIns="0" rIns="0" bIns="0" anchor="t" anchorCtr="0">
            <a:noAutofit/>
          </a:bodyPr>
          <a:lstStyle>
            <a:lvl1pPr marL="457200" lvl="0" indent="-3048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marL="914400" lvl="1" indent="-3048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marL="1371600" lvl="2"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marL="1828800" lvl="3"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marL="2286000" lvl="4"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marL="2743200" lvl="5"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marL="3200400" lvl="6"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marL="3657600" lvl="7"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marL="4114800" lvl="8" indent="-2921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a:endParaRPr/>
          </a:p>
        </p:txBody>
      </p:sp>
      <p:sp>
        <p:nvSpPr>
          <p:cNvPr id="44" name="Google Shape;44;p10"/>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bullet points">
  <p:cSld name="CUSTOM_1_1_1">
    <p:spTree>
      <p:nvGrpSpPr>
        <p:cNvPr id="1" name="Shape 45"/>
        <p:cNvGrpSpPr/>
        <p:nvPr/>
      </p:nvGrpSpPr>
      <p:grpSpPr>
        <a:xfrm>
          <a:off x="0" y="0"/>
          <a:ext cx="0" cy="0"/>
          <a:chOff x="0" y="0"/>
          <a:chExt cx="0" cy="0"/>
        </a:xfrm>
      </p:grpSpPr>
      <p:sp>
        <p:nvSpPr>
          <p:cNvPr id="46" name="Google Shape;46;p11"/>
          <p:cNvSpPr txBox="1">
            <a:spLocks noGrp="1"/>
          </p:cNvSpPr>
          <p:nvPr>
            <p:ph type="title"/>
          </p:nvPr>
        </p:nvSpPr>
        <p:spPr>
          <a:xfrm>
            <a:off x="571500" y="800100"/>
            <a:ext cx="4000500" cy="9144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1800"/>
              <a:buFont typeface="Poppins"/>
              <a:buNone/>
              <a:defRPr sz="1800" b="1">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a:endParaRPr/>
          </a:p>
        </p:txBody>
      </p:sp>
      <p:sp>
        <p:nvSpPr>
          <p:cNvPr id="47" name="Google Shape;47;p11"/>
          <p:cNvSpPr txBox="1">
            <a:spLocks noGrp="1"/>
          </p:cNvSpPr>
          <p:nvPr>
            <p:ph type="body" idx="1"/>
          </p:nvPr>
        </p:nvSpPr>
        <p:spPr>
          <a:xfrm>
            <a:off x="571500" y="1714500"/>
            <a:ext cx="4000500" cy="2857500"/>
          </a:xfrm>
          <a:prstGeom prst="rect">
            <a:avLst/>
          </a:prstGeom>
        </p:spPr>
        <p:txBody>
          <a:bodyPr spcFirstLastPara="1" wrap="square" lIns="0" tIns="0" rIns="0" bIns="0" anchor="t" anchorCtr="0">
            <a:noAutofit/>
          </a:bodyPr>
          <a:lstStyle>
            <a:lvl1pPr marL="457200" lvl="0" indent="-3048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marL="914400" lvl="1" indent="-3048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marL="1371600" lvl="2"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marL="1828800" lvl="3"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marL="2286000" lvl="4"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marL="2743200" lvl="5"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marL="3200400" lvl="6"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marL="3657600" lvl="7"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marL="4114800" lvl="8" indent="-2921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a:endParaRPr/>
          </a:p>
        </p:txBody>
      </p:sp>
      <p:sp>
        <p:nvSpPr>
          <p:cNvPr id="48" name="Google Shape;48;p11"/>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ntent title and one column" type="tx">
  <p:cSld name="TITLE_AND_BODY">
    <p:spTree>
      <p:nvGrpSpPr>
        <p:cNvPr id="1" name="Shape 49"/>
        <p:cNvGrpSpPr/>
        <p:nvPr/>
      </p:nvGrpSpPr>
      <p:grpSpPr>
        <a:xfrm>
          <a:off x="0" y="0"/>
          <a:ext cx="0" cy="0"/>
          <a:chOff x="0" y="0"/>
          <a:chExt cx="0" cy="0"/>
        </a:xfrm>
      </p:grpSpPr>
      <p:sp>
        <p:nvSpPr>
          <p:cNvPr id="50" name="Google Shape;50;p12"/>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
        <p:nvSpPr>
          <p:cNvPr id="51" name="Google Shape;51;p12"/>
          <p:cNvSpPr txBox="1">
            <a:spLocks noGrp="1"/>
          </p:cNvSpPr>
          <p:nvPr>
            <p:ph type="title"/>
          </p:nvPr>
        </p:nvSpPr>
        <p:spPr>
          <a:xfrm>
            <a:off x="571500" y="800100"/>
            <a:ext cx="3089700" cy="9144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1800"/>
              <a:buFont typeface="Poppins"/>
              <a:buNone/>
              <a:defRPr sz="1800" b="1">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a:endParaRPr/>
          </a:p>
        </p:txBody>
      </p:sp>
      <p:sp>
        <p:nvSpPr>
          <p:cNvPr id="52" name="Google Shape;52;p12"/>
          <p:cNvSpPr txBox="1">
            <a:spLocks noGrp="1"/>
          </p:cNvSpPr>
          <p:nvPr>
            <p:ph type="body" idx="1"/>
          </p:nvPr>
        </p:nvSpPr>
        <p:spPr>
          <a:xfrm>
            <a:off x="571500" y="1714500"/>
            <a:ext cx="3089700" cy="2857500"/>
          </a:xfrm>
          <a:prstGeom prst="rect">
            <a:avLst/>
          </a:prstGeom>
        </p:spPr>
        <p:txBody>
          <a:bodyPr spcFirstLastPara="1" wrap="square" lIns="0" tIns="0" rIns="0" bIns="0" anchor="t" anchorCtr="0">
            <a:noAutofit/>
          </a:bodyPr>
          <a:lstStyle>
            <a:lvl1pPr marL="457200" lvl="0" indent="-3048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marL="914400" lvl="1" indent="-3048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marL="1371600" lvl="2"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marL="1828800" lvl="3"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marL="2286000" lvl="4"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marL="2743200" lvl="5"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marL="3200400" lvl="6"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marL="3657600" lvl="7"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marL="4114800" lvl="8" indent="-2921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ntent title and two columns">
  <p:cSld name="TITLE_AND_BODY_1">
    <p:spTree>
      <p:nvGrpSpPr>
        <p:cNvPr id="1" name="Shape 53"/>
        <p:cNvGrpSpPr/>
        <p:nvPr/>
      </p:nvGrpSpPr>
      <p:grpSpPr>
        <a:xfrm>
          <a:off x="0" y="0"/>
          <a:ext cx="0" cy="0"/>
          <a:chOff x="0" y="0"/>
          <a:chExt cx="0" cy="0"/>
        </a:xfrm>
      </p:grpSpPr>
      <p:sp>
        <p:nvSpPr>
          <p:cNvPr id="54" name="Google Shape;54;p13"/>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
        <p:nvSpPr>
          <p:cNvPr id="55" name="Google Shape;55;p13"/>
          <p:cNvSpPr txBox="1">
            <a:spLocks noGrp="1"/>
          </p:cNvSpPr>
          <p:nvPr>
            <p:ph type="title"/>
          </p:nvPr>
        </p:nvSpPr>
        <p:spPr>
          <a:xfrm>
            <a:off x="571500" y="800100"/>
            <a:ext cx="8001000" cy="9144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1800"/>
              <a:buFont typeface="Poppins"/>
              <a:buNone/>
              <a:defRPr sz="1800" b="1">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a:endParaRPr/>
          </a:p>
        </p:txBody>
      </p:sp>
      <p:sp>
        <p:nvSpPr>
          <p:cNvPr id="56" name="Google Shape;56;p13"/>
          <p:cNvSpPr txBox="1">
            <a:spLocks noGrp="1"/>
          </p:cNvSpPr>
          <p:nvPr>
            <p:ph type="body" idx="1"/>
          </p:nvPr>
        </p:nvSpPr>
        <p:spPr>
          <a:xfrm>
            <a:off x="571500" y="1714500"/>
            <a:ext cx="3089700" cy="2857500"/>
          </a:xfrm>
          <a:prstGeom prst="rect">
            <a:avLst/>
          </a:prstGeom>
        </p:spPr>
        <p:txBody>
          <a:bodyPr spcFirstLastPara="1" wrap="square" lIns="0" tIns="0" rIns="0" bIns="0" anchor="t" anchorCtr="0">
            <a:noAutofit/>
          </a:bodyPr>
          <a:lstStyle>
            <a:lvl1pPr marL="457200" lvl="0" indent="-3048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marL="914400" lvl="1" indent="-3048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marL="1371600" lvl="2"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marL="1828800" lvl="3"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marL="2286000" lvl="4"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marL="2743200" lvl="5"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marL="3200400" lvl="6"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marL="3657600" lvl="7"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marL="4114800" lvl="8" indent="-2921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a:endParaRPr/>
          </a:p>
        </p:txBody>
      </p:sp>
      <p:sp>
        <p:nvSpPr>
          <p:cNvPr id="57" name="Google Shape;57;p13"/>
          <p:cNvSpPr txBox="1">
            <a:spLocks noGrp="1"/>
          </p:cNvSpPr>
          <p:nvPr>
            <p:ph type="body" idx="2"/>
          </p:nvPr>
        </p:nvSpPr>
        <p:spPr>
          <a:xfrm>
            <a:off x="4572000" y="1714500"/>
            <a:ext cx="3089700" cy="2857500"/>
          </a:xfrm>
          <a:prstGeom prst="rect">
            <a:avLst/>
          </a:prstGeom>
        </p:spPr>
        <p:txBody>
          <a:bodyPr spcFirstLastPara="1" wrap="square" lIns="0" tIns="0" rIns="0" bIns="0" anchor="t" anchorCtr="0">
            <a:noAutofit/>
          </a:bodyPr>
          <a:lstStyle>
            <a:lvl1pPr marL="457200" lvl="0" indent="-3048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marL="914400" lvl="1" indent="-3048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marL="1371600" lvl="2"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marL="1828800" lvl="3"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marL="2286000" lvl="4"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marL="2743200" lvl="5"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marL="3200400" lvl="6"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marL="3657600" lvl="7"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marL="4114800" lvl="8" indent="-2921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One column: title, text and list">
  <p:cSld name="TITLE_AND_BODY_1_1">
    <p:spTree>
      <p:nvGrpSpPr>
        <p:cNvPr id="1" name="Shape 58"/>
        <p:cNvGrpSpPr/>
        <p:nvPr/>
      </p:nvGrpSpPr>
      <p:grpSpPr>
        <a:xfrm>
          <a:off x="0" y="0"/>
          <a:ext cx="0" cy="0"/>
          <a:chOff x="0" y="0"/>
          <a:chExt cx="0" cy="0"/>
        </a:xfrm>
      </p:grpSpPr>
      <p:sp>
        <p:nvSpPr>
          <p:cNvPr id="59" name="Google Shape;59;p14"/>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
        <p:nvSpPr>
          <p:cNvPr id="60" name="Google Shape;60;p14"/>
          <p:cNvSpPr txBox="1">
            <a:spLocks noGrp="1"/>
          </p:cNvSpPr>
          <p:nvPr>
            <p:ph type="body" idx="1"/>
          </p:nvPr>
        </p:nvSpPr>
        <p:spPr>
          <a:xfrm>
            <a:off x="571500" y="1714496"/>
            <a:ext cx="3096300" cy="790800"/>
          </a:xfrm>
          <a:prstGeom prst="rect">
            <a:avLst/>
          </a:prstGeom>
        </p:spPr>
        <p:txBody>
          <a:bodyPr spcFirstLastPara="1" wrap="square" lIns="0" tIns="0" rIns="0" bIns="0" anchor="t" anchorCtr="0">
            <a:sp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
        <p:nvSpPr>
          <p:cNvPr id="61" name="Google Shape;61;p14"/>
          <p:cNvSpPr txBox="1">
            <a:spLocks noGrp="1"/>
          </p:cNvSpPr>
          <p:nvPr>
            <p:ph type="body" idx="2"/>
          </p:nvPr>
        </p:nvSpPr>
        <p:spPr>
          <a:xfrm>
            <a:off x="571500" y="2640248"/>
            <a:ext cx="3096300" cy="1931700"/>
          </a:xfrm>
          <a:prstGeom prst="rect">
            <a:avLst/>
          </a:prstGeom>
        </p:spPr>
        <p:txBody>
          <a:bodyPr spcFirstLastPara="1" wrap="square" lIns="0" tIns="0" rIns="0" bIns="0" anchor="t" anchorCtr="0">
            <a:noAutofit/>
          </a:bodyPr>
          <a:lstStyle>
            <a:lvl1pPr marL="457200" lvl="0" indent="-304800">
              <a:spcBef>
                <a:spcPts val="0"/>
              </a:spcBef>
              <a:spcAft>
                <a:spcPts val="0"/>
              </a:spcAft>
              <a:buClr>
                <a:schemeClr val="accent1"/>
              </a:buClr>
              <a:buSzPts val="1200"/>
              <a:buChar char="●"/>
              <a:defRPr sz="1200"/>
            </a:lvl1pPr>
            <a:lvl2pPr marL="914400" lvl="1" indent="-304800">
              <a:spcBef>
                <a:spcPts val="100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
        <p:nvSpPr>
          <p:cNvPr id="62" name="Google Shape;62;p14"/>
          <p:cNvSpPr txBox="1">
            <a:spLocks noGrp="1"/>
          </p:cNvSpPr>
          <p:nvPr>
            <p:ph type="title"/>
          </p:nvPr>
        </p:nvSpPr>
        <p:spPr>
          <a:xfrm>
            <a:off x="571500" y="800100"/>
            <a:ext cx="3096300" cy="914400"/>
          </a:xfrm>
          <a:prstGeom prst="rect">
            <a:avLst/>
          </a:prstGeom>
        </p:spPr>
        <p:txBody>
          <a:bodyPr spcFirstLastPara="1" wrap="square" lIns="0" tIns="0" rIns="0" bIns="0" anchor="ctr" anchorCtr="0">
            <a:noAutofit/>
          </a:bodyPr>
          <a:lstStyle>
            <a:lvl1pPr lvl="0">
              <a:spcBef>
                <a:spcPts val="0"/>
              </a:spcBef>
              <a:spcAft>
                <a:spcPts val="0"/>
              </a:spcAft>
              <a:buSzPts val="1800"/>
              <a:buNone/>
              <a:defRPr b="1"/>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wo columns:  title, text and list">
  <p:cSld name="CUSTOM_3">
    <p:spTree>
      <p:nvGrpSpPr>
        <p:cNvPr id="1" name="Shape 63"/>
        <p:cNvGrpSpPr/>
        <p:nvPr/>
      </p:nvGrpSpPr>
      <p:grpSpPr>
        <a:xfrm>
          <a:off x="0" y="0"/>
          <a:ext cx="0" cy="0"/>
          <a:chOff x="0" y="0"/>
          <a:chExt cx="0" cy="0"/>
        </a:xfrm>
      </p:grpSpPr>
      <p:sp>
        <p:nvSpPr>
          <p:cNvPr id="64" name="Google Shape;64;p15"/>
          <p:cNvSpPr txBox="1">
            <a:spLocks noGrp="1"/>
          </p:cNvSpPr>
          <p:nvPr>
            <p:ph type="title"/>
          </p:nvPr>
        </p:nvSpPr>
        <p:spPr>
          <a:xfrm>
            <a:off x="571500" y="800105"/>
            <a:ext cx="4000500" cy="914400"/>
          </a:xfrm>
          <a:prstGeom prst="rect">
            <a:avLst/>
          </a:prstGeom>
        </p:spPr>
        <p:txBody>
          <a:bodyPr spcFirstLastPara="1" wrap="square" lIns="0" tIns="0" rIns="0" bIns="0" anchor="ctr" anchorCtr="0">
            <a:noAutofit/>
          </a:bodyPr>
          <a:lstStyle>
            <a:lvl1pPr lvl="0">
              <a:spcBef>
                <a:spcPts val="0"/>
              </a:spcBef>
              <a:spcAft>
                <a:spcPts val="0"/>
              </a:spcAft>
              <a:buSzPts val="1800"/>
              <a:buNone/>
              <a:defRPr b="1"/>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65" name="Google Shape;65;p15"/>
          <p:cNvSpPr txBox="1">
            <a:spLocks noGrp="1"/>
          </p:cNvSpPr>
          <p:nvPr>
            <p:ph type="body" idx="1"/>
          </p:nvPr>
        </p:nvSpPr>
        <p:spPr>
          <a:xfrm>
            <a:off x="571500" y="1714500"/>
            <a:ext cx="3093000" cy="790800"/>
          </a:xfrm>
          <a:prstGeom prst="rect">
            <a:avLst/>
          </a:prstGeom>
        </p:spPr>
        <p:txBody>
          <a:bodyPr spcFirstLastPara="1" wrap="square" lIns="0" tIns="0" rIns="0" bIns="0" anchor="t" anchorCtr="0">
            <a:sp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
        <p:nvSpPr>
          <p:cNvPr id="66" name="Google Shape;66;p15"/>
          <p:cNvSpPr txBox="1">
            <a:spLocks noGrp="1"/>
          </p:cNvSpPr>
          <p:nvPr>
            <p:ph type="body" idx="2"/>
          </p:nvPr>
        </p:nvSpPr>
        <p:spPr>
          <a:xfrm>
            <a:off x="571500" y="2640250"/>
            <a:ext cx="3093000" cy="1931700"/>
          </a:xfrm>
          <a:prstGeom prst="rect">
            <a:avLst/>
          </a:prstGeom>
        </p:spPr>
        <p:txBody>
          <a:bodyPr spcFirstLastPara="1" wrap="square" lIns="0" tIns="0" rIns="0" bIns="0" anchor="t" anchorCtr="0">
            <a:noAutofit/>
          </a:bodyPr>
          <a:lstStyle>
            <a:lvl1pPr marL="457200" lvl="0" indent="-304800">
              <a:spcBef>
                <a:spcPts val="0"/>
              </a:spcBef>
              <a:spcAft>
                <a:spcPts val="0"/>
              </a:spcAft>
              <a:buClr>
                <a:schemeClr val="accent1"/>
              </a:buClr>
              <a:buSzPts val="1200"/>
              <a:buChar char="●"/>
              <a:defRPr sz="1200"/>
            </a:lvl1pPr>
            <a:lvl2pPr marL="914400" lvl="1" indent="-304800">
              <a:spcBef>
                <a:spcPts val="100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
        <p:nvSpPr>
          <p:cNvPr id="67" name="Google Shape;67;p15"/>
          <p:cNvSpPr txBox="1">
            <a:spLocks noGrp="1"/>
          </p:cNvSpPr>
          <p:nvPr>
            <p:ph type="body" idx="3"/>
          </p:nvPr>
        </p:nvSpPr>
        <p:spPr>
          <a:xfrm>
            <a:off x="4572000" y="1714500"/>
            <a:ext cx="3093000" cy="790800"/>
          </a:xfrm>
          <a:prstGeom prst="rect">
            <a:avLst/>
          </a:prstGeom>
        </p:spPr>
        <p:txBody>
          <a:bodyPr spcFirstLastPara="1" wrap="square" lIns="0" tIns="0" rIns="0" bIns="0" anchor="t" anchorCtr="0">
            <a:sp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
        <p:nvSpPr>
          <p:cNvPr id="68" name="Google Shape;68;p15"/>
          <p:cNvSpPr txBox="1">
            <a:spLocks noGrp="1"/>
          </p:cNvSpPr>
          <p:nvPr>
            <p:ph type="body" idx="4"/>
          </p:nvPr>
        </p:nvSpPr>
        <p:spPr>
          <a:xfrm>
            <a:off x="4572000" y="2640250"/>
            <a:ext cx="3093000" cy="1931700"/>
          </a:xfrm>
          <a:prstGeom prst="rect">
            <a:avLst/>
          </a:prstGeom>
        </p:spPr>
        <p:txBody>
          <a:bodyPr spcFirstLastPara="1" wrap="square" lIns="0" tIns="0" rIns="0" bIns="0" anchor="t" anchorCtr="0">
            <a:noAutofit/>
          </a:bodyPr>
          <a:lstStyle>
            <a:lvl1pPr marL="457200" lvl="0" indent="-304800">
              <a:spcBef>
                <a:spcPts val="0"/>
              </a:spcBef>
              <a:spcAft>
                <a:spcPts val="0"/>
              </a:spcAft>
              <a:buClr>
                <a:schemeClr val="accent1"/>
              </a:buClr>
              <a:buSzPts val="1200"/>
              <a:buChar char="●"/>
              <a:defRPr sz="1200"/>
            </a:lvl1pPr>
            <a:lvl2pPr marL="914400" lvl="1" indent="-304800">
              <a:spcBef>
                <a:spcPts val="100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
        <p:nvSpPr>
          <p:cNvPr id="69" name="Google Shape;69;p15"/>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ub header, one column">
  <p:cSld name="CUSTOM_3_1">
    <p:spTree>
      <p:nvGrpSpPr>
        <p:cNvPr id="1" name="Shape 70"/>
        <p:cNvGrpSpPr/>
        <p:nvPr/>
      </p:nvGrpSpPr>
      <p:grpSpPr>
        <a:xfrm>
          <a:off x="0" y="0"/>
          <a:ext cx="0" cy="0"/>
          <a:chOff x="0" y="0"/>
          <a:chExt cx="0" cy="0"/>
        </a:xfrm>
      </p:grpSpPr>
      <p:sp>
        <p:nvSpPr>
          <p:cNvPr id="71" name="Google Shape;71;p16"/>
          <p:cNvSpPr txBox="1">
            <a:spLocks noGrp="1"/>
          </p:cNvSpPr>
          <p:nvPr>
            <p:ph type="subTitle" idx="1"/>
          </p:nvPr>
        </p:nvSpPr>
        <p:spPr>
          <a:xfrm>
            <a:off x="571500" y="1714500"/>
            <a:ext cx="3093000" cy="358800"/>
          </a:xfrm>
          <a:prstGeom prst="rect">
            <a:avLst/>
          </a:prstGeom>
        </p:spPr>
        <p:txBody>
          <a:bodyPr spcFirstLastPara="1" wrap="square" lIns="0" tIns="0" rIns="0" bIns="0" anchor="t" anchorCtr="0">
            <a:spAutoFit/>
          </a:bodyPr>
          <a:lstStyle>
            <a:lvl1pPr marL="0" marR="0" lvl="0" indent="-6350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200"/>
              <a:buNone/>
              <a:defRPr>
                <a:solidFill>
                  <a:schemeClr val="accent4"/>
                </a:solidFill>
              </a:defRPr>
            </a:lvl2pPr>
            <a:lvl3pPr lvl="2">
              <a:lnSpc>
                <a:spcPct val="100000"/>
              </a:lnSpc>
              <a:spcBef>
                <a:spcPts val="0"/>
              </a:spcBef>
              <a:spcAft>
                <a:spcPts val="0"/>
              </a:spcAft>
              <a:buClr>
                <a:schemeClr val="accent4"/>
              </a:buClr>
              <a:buSzPts val="1000"/>
              <a:buNone/>
              <a:defRPr>
                <a:solidFill>
                  <a:schemeClr val="accent4"/>
                </a:solidFill>
              </a:defRPr>
            </a:lvl3pPr>
            <a:lvl4pPr lvl="3">
              <a:lnSpc>
                <a:spcPct val="100000"/>
              </a:lnSpc>
              <a:spcBef>
                <a:spcPts val="0"/>
              </a:spcBef>
              <a:spcAft>
                <a:spcPts val="0"/>
              </a:spcAft>
              <a:buClr>
                <a:schemeClr val="accent4"/>
              </a:buClr>
              <a:buSzPts val="1000"/>
              <a:buNone/>
              <a:defRPr>
                <a:solidFill>
                  <a:schemeClr val="accent4"/>
                </a:solidFill>
              </a:defRPr>
            </a:lvl4pPr>
            <a:lvl5pPr lvl="4">
              <a:lnSpc>
                <a:spcPct val="100000"/>
              </a:lnSpc>
              <a:spcBef>
                <a:spcPts val="0"/>
              </a:spcBef>
              <a:spcAft>
                <a:spcPts val="0"/>
              </a:spcAft>
              <a:buClr>
                <a:schemeClr val="accent4"/>
              </a:buClr>
              <a:buSzPts val="1000"/>
              <a:buNone/>
              <a:defRPr>
                <a:solidFill>
                  <a:schemeClr val="accent4"/>
                </a:solidFill>
              </a:defRPr>
            </a:lvl5pPr>
            <a:lvl6pPr lvl="5">
              <a:lnSpc>
                <a:spcPct val="100000"/>
              </a:lnSpc>
              <a:spcBef>
                <a:spcPts val="0"/>
              </a:spcBef>
              <a:spcAft>
                <a:spcPts val="0"/>
              </a:spcAft>
              <a:buClr>
                <a:schemeClr val="accent4"/>
              </a:buClr>
              <a:buSzPts val="1000"/>
              <a:buNone/>
              <a:defRPr>
                <a:solidFill>
                  <a:schemeClr val="accent4"/>
                </a:solidFill>
              </a:defRPr>
            </a:lvl6pPr>
            <a:lvl7pPr lvl="6">
              <a:lnSpc>
                <a:spcPct val="100000"/>
              </a:lnSpc>
              <a:spcBef>
                <a:spcPts val="0"/>
              </a:spcBef>
              <a:spcAft>
                <a:spcPts val="0"/>
              </a:spcAft>
              <a:buClr>
                <a:schemeClr val="accent4"/>
              </a:buClr>
              <a:buSzPts val="1000"/>
              <a:buNone/>
              <a:defRPr>
                <a:solidFill>
                  <a:schemeClr val="accent4"/>
                </a:solidFill>
              </a:defRPr>
            </a:lvl7pPr>
            <a:lvl8pPr lvl="7">
              <a:lnSpc>
                <a:spcPct val="100000"/>
              </a:lnSpc>
              <a:spcBef>
                <a:spcPts val="0"/>
              </a:spcBef>
              <a:spcAft>
                <a:spcPts val="0"/>
              </a:spcAft>
              <a:buClr>
                <a:schemeClr val="accent4"/>
              </a:buClr>
              <a:buSzPts val="1000"/>
              <a:buNone/>
              <a:defRPr>
                <a:solidFill>
                  <a:schemeClr val="accent4"/>
                </a:solidFill>
              </a:defRPr>
            </a:lvl8pPr>
            <a:lvl9pPr lvl="8">
              <a:lnSpc>
                <a:spcPct val="100000"/>
              </a:lnSpc>
              <a:spcBef>
                <a:spcPts val="0"/>
              </a:spcBef>
              <a:spcAft>
                <a:spcPts val="0"/>
              </a:spcAft>
              <a:buClr>
                <a:schemeClr val="accent4"/>
              </a:buClr>
              <a:buSzPts val="1000"/>
              <a:buNone/>
              <a:defRPr>
                <a:solidFill>
                  <a:schemeClr val="accent4"/>
                </a:solidFill>
              </a:defRPr>
            </a:lvl9pPr>
          </a:lstStyle>
          <a:p>
            <a:endParaRPr/>
          </a:p>
        </p:txBody>
      </p:sp>
      <p:sp>
        <p:nvSpPr>
          <p:cNvPr id="72" name="Google Shape;72;p16"/>
          <p:cNvSpPr txBox="1">
            <a:spLocks noGrp="1"/>
          </p:cNvSpPr>
          <p:nvPr>
            <p:ph type="title"/>
          </p:nvPr>
        </p:nvSpPr>
        <p:spPr>
          <a:xfrm>
            <a:off x="571500" y="800105"/>
            <a:ext cx="4000500" cy="914400"/>
          </a:xfrm>
          <a:prstGeom prst="rect">
            <a:avLst/>
          </a:prstGeom>
        </p:spPr>
        <p:txBody>
          <a:bodyPr spcFirstLastPara="1" wrap="square" lIns="0" tIns="0" rIns="0" bIns="0" anchor="ctr" anchorCtr="0">
            <a:noAutofit/>
          </a:bodyPr>
          <a:lstStyle>
            <a:lvl1pPr lvl="0">
              <a:spcBef>
                <a:spcPts val="0"/>
              </a:spcBef>
              <a:spcAft>
                <a:spcPts val="0"/>
              </a:spcAft>
              <a:buSzPts val="1800"/>
              <a:buNone/>
              <a:defRPr b="1"/>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73" name="Google Shape;73;p16"/>
          <p:cNvSpPr txBox="1">
            <a:spLocks noGrp="1"/>
          </p:cNvSpPr>
          <p:nvPr>
            <p:ph type="body" idx="2"/>
          </p:nvPr>
        </p:nvSpPr>
        <p:spPr>
          <a:xfrm>
            <a:off x="571500" y="2166225"/>
            <a:ext cx="3093000" cy="2405700"/>
          </a:xfrm>
          <a:prstGeom prst="rect">
            <a:avLst/>
          </a:prstGeom>
        </p:spPr>
        <p:txBody>
          <a:bodyPr spcFirstLastPara="1" wrap="square" lIns="0" tIns="0" rIns="0" bIns="0"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
        <p:nvSpPr>
          <p:cNvPr id="74" name="Google Shape;74;p16"/>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ub header, two columns">
  <p:cSld name="TITLE_AND_BODY_1_1_1">
    <p:spTree>
      <p:nvGrpSpPr>
        <p:cNvPr id="1" name="Shape 75"/>
        <p:cNvGrpSpPr/>
        <p:nvPr/>
      </p:nvGrpSpPr>
      <p:grpSpPr>
        <a:xfrm>
          <a:off x="0" y="0"/>
          <a:ext cx="0" cy="0"/>
          <a:chOff x="0" y="0"/>
          <a:chExt cx="0" cy="0"/>
        </a:xfrm>
      </p:grpSpPr>
      <p:sp>
        <p:nvSpPr>
          <p:cNvPr id="76" name="Google Shape;76;p17"/>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
        <p:nvSpPr>
          <p:cNvPr id="77" name="Google Shape;77;p17"/>
          <p:cNvSpPr txBox="1">
            <a:spLocks noGrp="1"/>
          </p:cNvSpPr>
          <p:nvPr>
            <p:ph type="title"/>
          </p:nvPr>
        </p:nvSpPr>
        <p:spPr>
          <a:xfrm>
            <a:off x="571500" y="800105"/>
            <a:ext cx="4000500" cy="914400"/>
          </a:xfrm>
          <a:prstGeom prst="rect">
            <a:avLst/>
          </a:prstGeom>
        </p:spPr>
        <p:txBody>
          <a:bodyPr spcFirstLastPara="1" wrap="square" lIns="0" tIns="0" rIns="0" bIns="0" anchor="ctr" anchorCtr="0">
            <a:noAutofit/>
          </a:bodyPr>
          <a:lstStyle>
            <a:lvl1pPr lvl="0">
              <a:spcBef>
                <a:spcPts val="0"/>
              </a:spcBef>
              <a:spcAft>
                <a:spcPts val="0"/>
              </a:spcAft>
              <a:buSzPts val="1800"/>
              <a:buNone/>
              <a:defRPr b="1"/>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78" name="Google Shape;78;p17"/>
          <p:cNvSpPr txBox="1">
            <a:spLocks noGrp="1"/>
          </p:cNvSpPr>
          <p:nvPr>
            <p:ph type="body" idx="1"/>
          </p:nvPr>
        </p:nvSpPr>
        <p:spPr>
          <a:xfrm>
            <a:off x="571500" y="2166225"/>
            <a:ext cx="3093000" cy="2405700"/>
          </a:xfrm>
          <a:prstGeom prst="rect">
            <a:avLst/>
          </a:prstGeom>
        </p:spPr>
        <p:txBody>
          <a:bodyPr spcFirstLastPara="1" wrap="square" lIns="0" tIns="0" rIns="0" bIns="0"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
        <p:nvSpPr>
          <p:cNvPr id="79" name="Google Shape;79;p17"/>
          <p:cNvSpPr txBox="1">
            <a:spLocks noGrp="1"/>
          </p:cNvSpPr>
          <p:nvPr>
            <p:ph type="body" idx="2"/>
          </p:nvPr>
        </p:nvSpPr>
        <p:spPr>
          <a:xfrm>
            <a:off x="4572000" y="2166225"/>
            <a:ext cx="3093000" cy="2405700"/>
          </a:xfrm>
          <a:prstGeom prst="rect">
            <a:avLst/>
          </a:prstGeom>
        </p:spPr>
        <p:txBody>
          <a:bodyPr spcFirstLastPara="1" wrap="square" lIns="0" tIns="0" rIns="0" bIns="0"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
        <p:nvSpPr>
          <p:cNvPr id="80" name="Google Shape;80;p17"/>
          <p:cNvSpPr txBox="1">
            <a:spLocks noGrp="1"/>
          </p:cNvSpPr>
          <p:nvPr>
            <p:ph type="subTitle" idx="3"/>
          </p:nvPr>
        </p:nvSpPr>
        <p:spPr>
          <a:xfrm>
            <a:off x="571500" y="1714500"/>
            <a:ext cx="3093000" cy="358800"/>
          </a:xfrm>
          <a:prstGeom prst="rect">
            <a:avLst/>
          </a:prstGeom>
        </p:spPr>
        <p:txBody>
          <a:bodyPr spcFirstLastPara="1" wrap="square" lIns="0" tIns="0" rIns="0" bIns="0" anchor="t" anchorCtr="0">
            <a:spAutoFit/>
          </a:bodyPr>
          <a:lstStyle>
            <a:lvl1pPr marL="0" marR="0" lvl="0" indent="-6350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200"/>
              <a:buNone/>
              <a:defRPr>
                <a:solidFill>
                  <a:schemeClr val="accent4"/>
                </a:solidFill>
              </a:defRPr>
            </a:lvl2pPr>
            <a:lvl3pPr lvl="2">
              <a:lnSpc>
                <a:spcPct val="100000"/>
              </a:lnSpc>
              <a:spcBef>
                <a:spcPts val="0"/>
              </a:spcBef>
              <a:spcAft>
                <a:spcPts val="0"/>
              </a:spcAft>
              <a:buClr>
                <a:schemeClr val="accent4"/>
              </a:buClr>
              <a:buSzPts val="1000"/>
              <a:buNone/>
              <a:defRPr>
                <a:solidFill>
                  <a:schemeClr val="accent4"/>
                </a:solidFill>
              </a:defRPr>
            </a:lvl3pPr>
            <a:lvl4pPr lvl="3">
              <a:lnSpc>
                <a:spcPct val="100000"/>
              </a:lnSpc>
              <a:spcBef>
                <a:spcPts val="0"/>
              </a:spcBef>
              <a:spcAft>
                <a:spcPts val="0"/>
              </a:spcAft>
              <a:buClr>
                <a:schemeClr val="accent4"/>
              </a:buClr>
              <a:buSzPts val="1000"/>
              <a:buNone/>
              <a:defRPr>
                <a:solidFill>
                  <a:schemeClr val="accent4"/>
                </a:solidFill>
              </a:defRPr>
            </a:lvl4pPr>
            <a:lvl5pPr lvl="4">
              <a:lnSpc>
                <a:spcPct val="100000"/>
              </a:lnSpc>
              <a:spcBef>
                <a:spcPts val="0"/>
              </a:spcBef>
              <a:spcAft>
                <a:spcPts val="0"/>
              </a:spcAft>
              <a:buClr>
                <a:schemeClr val="accent4"/>
              </a:buClr>
              <a:buSzPts val="1000"/>
              <a:buNone/>
              <a:defRPr>
                <a:solidFill>
                  <a:schemeClr val="accent4"/>
                </a:solidFill>
              </a:defRPr>
            </a:lvl5pPr>
            <a:lvl6pPr lvl="5">
              <a:lnSpc>
                <a:spcPct val="100000"/>
              </a:lnSpc>
              <a:spcBef>
                <a:spcPts val="0"/>
              </a:spcBef>
              <a:spcAft>
                <a:spcPts val="0"/>
              </a:spcAft>
              <a:buClr>
                <a:schemeClr val="accent4"/>
              </a:buClr>
              <a:buSzPts val="1000"/>
              <a:buNone/>
              <a:defRPr>
                <a:solidFill>
                  <a:schemeClr val="accent4"/>
                </a:solidFill>
              </a:defRPr>
            </a:lvl6pPr>
            <a:lvl7pPr lvl="6">
              <a:lnSpc>
                <a:spcPct val="100000"/>
              </a:lnSpc>
              <a:spcBef>
                <a:spcPts val="0"/>
              </a:spcBef>
              <a:spcAft>
                <a:spcPts val="0"/>
              </a:spcAft>
              <a:buClr>
                <a:schemeClr val="accent4"/>
              </a:buClr>
              <a:buSzPts val="1000"/>
              <a:buNone/>
              <a:defRPr>
                <a:solidFill>
                  <a:schemeClr val="accent4"/>
                </a:solidFill>
              </a:defRPr>
            </a:lvl7pPr>
            <a:lvl8pPr lvl="7">
              <a:lnSpc>
                <a:spcPct val="100000"/>
              </a:lnSpc>
              <a:spcBef>
                <a:spcPts val="0"/>
              </a:spcBef>
              <a:spcAft>
                <a:spcPts val="0"/>
              </a:spcAft>
              <a:buClr>
                <a:schemeClr val="accent4"/>
              </a:buClr>
              <a:buSzPts val="1000"/>
              <a:buNone/>
              <a:defRPr>
                <a:solidFill>
                  <a:schemeClr val="accent4"/>
                </a:solidFill>
              </a:defRPr>
            </a:lvl8pPr>
            <a:lvl9pPr lvl="8">
              <a:lnSpc>
                <a:spcPct val="100000"/>
              </a:lnSpc>
              <a:spcBef>
                <a:spcPts val="0"/>
              </a:spcBef>
              <a:spcAft>
                <a:spcPts val="0"/>
              </a:spcAft>
              <a:buClr>
                <a:schemeClr val="accent4"/>
              </a:buClr>
              <a:buSzPts val="1000"/>
              <a:buNone/>
              <a:defRPr>
                <a:solidFill>
                  <a:schemeClr val="accent4"/>
                </a:solidFill>
              </a:defRPr>
            </a:lvl9pPr>
          </a:lstStyle>
          <a:p>
            <a:endParaRPr/>
          </a:p>
        </p:txBody>
      </p:sp>
      <p:sp>
        <p:nvSpPr>
          <p:cNvPr id="81" name="Google Shape;81;p17"/>
          <p:cNvSpPr txBox="1">
            <a:spLocks noGrp="1"/>
          </p:cNvSpPr>
          <p:nvPr>
            <p:ph type="subTitle" idx="4"/>
          </p:nvPr>
        </p:nvSpPr>
        <p:spPr>
          <a:xfrm>
            <a:off x="4572000" y="1714500"/>
            <a:ext cx="3093000" cy="358800"/>
          </a:xfrm>
          <a:prstGeom prst="rect">
            <a:avLst/>
          </a:prstGeom>
        </p:spPr>
        <p:txBody>
          <a:bodyPr spcFirstLastPara="1" wrap="square" lIns="0" tIns="0" rIns="0" bIns="0" anchor="t" anchorCtr="0">
            <a:spAutoFit/>
          </a:bodyPr>
          <a:lstStyle>
            <a:lvl1pPr marL="0" marR="0" lvl="0" indent="-6350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200"/>
              <a:buNone/>
              <a:defRPr>
                <a:solidFill>
                  <a:schemeClr val="accent4"/>
                </a:solidFill>
              </a:defRPr>
            </a:lvl2pPr>
            <a:lvl3pPr lvl="2">
              <a:lnSpc>
                <a:spcPct val="100000"/>
              </a:lnSpc>
              <a:spcBef>
                <a:spcPts val="0"/>
              </a:spcBef>
              <a:spcAft>
                <a:spcPts val="0"/>
              </a:spcAft>
              <a:buClr>
                <a:schemeClr val="accent4"/>
              </a:buClr>
              <a:buSzPts val="1000"/>
              <a:buNone/>
              <a:defRPr>
                <a:solidFill>
                  <a:schemeClr val="accent4"/>
                </a:solidFill>
              </a:defRPr>
            </a:lvl3pPr>
            <a:lvl4pPr lvl="3">
              <a:lnSpc>
                <a:spcPct val="100000"/>
              </a:lnSpc>
              <a:spcBef>
                <a:spcPts val="0"/>
              </a:spcBef>
              <a:spcAft>
                <a:spcPts val="0"/>
              </a:spcAft>
              <a:buClr>
                <a:schemeClr val="accent4"/>
              </a:buClr>
              <a:buSzPts val="1000"/>
              <a:buNone/>
              <a:defRPr>
                <a:solidFill>
                  <a:schemeClr val="accent4"/>
                </a:solidFill>
              </a:defRPr>
            </a:lvl4pPr>
            <a:lvl5pPr lvl="4">
              <a:lnSpc>
                <a:spcPct val="100000"/>
              </a:lnSpc>
              <a:spcBef>
                <a:spcPts val="0"/>
              </a:spcBef>
              <a:spcAft>
                <a:spcPts val="0"/>
              </a:spcAft>
              <a:buClr>
                <a:schemeClr val="accent4"/>
              </a:buClr>
              <a:buSzPts val="1000"/>
              <a:buNone/>
              <a:defRPr>
                <a:solidFill>
                  <a:schemeClr val="accent4"/>
                </a:solidFill>
              </a:defRPr>
            </a:lvl5pPr>
            <a:lvl6pPr lvl="5">
              <a:lnSpc>
                <a:spcPct val="100000"/>
              </a:lnSpc>
              <a:spcBef>
                <a:spcPts val="0"/>
              </a:spcBef>
              <a:spcAft>
                <a:spcPts val="0"/>
              </a:spcAft>
              <a:buClr>
                <a:schemeClr val="accent4"/>
              </a:buClr>
              <a:buSzPts val="1000"/>
              <a:buNone/>
              <a:defRPr>
                <a:solidFill>
                  <a:schemeClr val="accent4"/>
                </a:solidFill>
              </a:defRPr>
            </a:lvl6pPr>
            <a:lvl7pPr lvl="6">
              <a:lnSpc>
                <a:spcPct val="100000"/>
              </a:lnSpc>
              <a:spcBef>
                <a:spcPts val="0"/>
              </a:spcBef>
              <a:spcAft>
                <a:spcPts val="0"/>
              </a:spcAft>
              <a:buClr>
                <a:schemeClr val="accent4"/>
              </a:buClr>
              <a:buSzPts val="1000"/>
              <a:buNone/>
              <a:defRPr>
                <a:solidFill>
                  <a:schemeClr val="accent4"/>
                </a:solidFill>
              </a:defRPr>
            </a:lvl7pPr>
            <a:lvl8pPr lvl="7">
              <a:lnSpc>
                <a:spcPct val="100000"/>
              </a:lnSpc>
              <a:spcBef>
                <a:spcPts val="0"/>
              </a:spcBef>
              <a:spcAft>
                <a:spcPts val="0"/>
              </a:spcAft>
              <a:buClr>
                <a:schemeClr val="accent4"/>
              </a:buClr>
              <a:buSzPts val="1000"/>
              <a:buNone/>
              <a:defRPr>
                <a:solidFill>
                  <a:schemeClr val="accent4"/>
                </a:solidFill>
              </a:defRPr>
            </a:lvl8pPr>
            <a:lvl9pPr lvl="8">
              <a:lnSpc>
                <a:spcPct val="100000"/>
              </a:lnSpc>
              <a:spcBef>
                <a:spcPts val="0"/>
              </a:spcBef>
              <a:spcAft>
                <a:spcPts val="0"/>
              </a:spcAft>
              <a:buClr>
                <a:schemeClr val="accent4"/>
              </a:buClr>
              <a:buSzPts val="1000"/>
              <a:buNone/>
              <a:defRPr>
                <a:solidFill>
                  <a:schemeClr val="accent4"/>
                </a:solidFill>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ntent title and three columns" type="twoColTx">
  <p:cSld name="TITLE_AND_TWO_COLUMNS">
    <p:spTree>
      <p:nvGrpSpPr>
        <p:cNvPr id="1" name="Shape 82"/>
        <p:cNvGrpSpPr/>
        <p:nvPr/>
      </p:nvGrpSpPr>
      <p:grpSpPr>
        <a:xfrm>
          <a:off x="0" y="0"/>
          <a:ext cx="0" cy="0"/>
          <a:chOff x="0" y="0"/>
          <a:chExt cx="0" cy="0"/>
        </a:xfrm>
      </p:grpSpPr>
      <p:sp>
        <p:nvSpPr>
          <p:cNvPr id="83" name="Google Shape;83;p18"/>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
        <p:nvSpPr>
          <p:cNvPr id="84" name="Google Shape;84;p18"/>
          <p:cNvSpPr txBox="1">
            <a:spLocks noGrp="1"/>
          </p:cNvSpPr>
          <p:nvPr>
            <p:ph type="body" idx="1"/>
          </p:nvPr>
        </p:nvSpPr>
        <p:spPr>
          <a:xfrm>
            <a:off x="568350" y="1714500"/>
            <a:ext cx="1951500" cy="2857500"/>
          </a:xfrm>
          <a:prstGeom prst="rect">
            <a:avLst/>
          </a:prstGeom>
        </p:spPr>
        <p:txBody>
          <a:bodyPr spcFirstLastPara="1" wrap="square" lIns="0" tIns="0" rIns="0" bIns="0"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
        <p:nvSpPr>
          <p:cNvPr id="85" name="Google Shape;85;p18"/>
          <p:cNvSpPr txBox="1">
            <a:spLocks noGrp="1"/>
          </p:cNvSpPr>
          <p:nvPr>
            <p:ph type="body" idx="2"/>
          </p:nvPr>
        </p:nvSpPr>
        <p:spPr>
          <a:xfrm>
            <a:off x="3594675" y="1714500"/>
            <a:ext cx="1951500" cy="2857500"/>
          </a:xfrm>
          <a:prstGeom prst="rect">
            <a:avLst/>
          </a:prstGeom>
        </p:spPr>
        <p:txBody>
          <a:bodyPr spcFirstLastPara="1" wrap="square" lIns="0" tIns="0" rIns="0" bIns="0" anchor="t" anchorCtr="0">
            <a:noAutofit/>
          </a:bodyPr>
          <a:lstStyle>
            <a:lvl1pPr marL="457200" lvl="0" indent="-304800">
              <a:spcBef>
                <a:spcPts val="0"/>
              </a:spcBef>
              <a:spcAft>
                <a:spcPts val="0"/>
              </a:spcAft>
              <a:buSzPts val="1200"/>
              <a:buChar char="●"/>
              <a:defRPr sz="1200"/>
            </a:lvl1pPr>
            <a:lvl2pPr marL="914400" lvl="1" indent="-304800">
              <a:spcBef>
                <a:spcPts val="100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
        <p:nvSpPr>
          <p:cNvPr id="86" name="Google Shape;86;p18"/>
          <p:cNvSpPr txBox="1">
            <a:spLocks noGrp="1"/>
          </p:cNvSpPr>
          <p:nvPr>
            <p:ph type="body" idx="3"/>
          </p:nvPr>
        </p:nvSpPr>
        <p:spPr>
          <a:xfrm>
            <a:off x="6619425" y="1714500"/>
            <a:ext cx="1951500" cy="2857500"/>
          </a:xfrm>
          <a:prstGeom prst="rect">
            <a:avLst/>
          </a:prstGeom>
        </p:spPr>
        <p:txBody>
          <a:bodyPr spcFirstLastPara="1" wrap="square" lIns="0" tIns="0" rIns="0" bIns="0" anchor="t" anchorCtr="0">
            <a:noAutofit/>
          </a:bodyPr>
          <a:lstStyle>
            <a:lvl1pPr marL="457200" lvl="0" indent="-304800">
              <a:spcBef>
                <a:spcPts val="0"/>
              </a:spcBef>
              <a:spcAft>
                <a:spcPts val="0"/>
              </a:spcAft>
              <a:buSzPts val="1200"/>
              <a:buChar char="●"/>
              <a:defRPr sz="1200"/>
            </a:lvl1pPr>
            <a:lvl2pPr marL="914400" lvl="1" indent="-304800">
              <a:spcBef>
                <a:spcPts val="100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
        <p:nvSpPr>
          <p:cNvPr id="87" name="Google Shape;87;p18"/>
          <p:cNvSpPr txBox="1">
            <a:spLocks noGrp="1"/>
          </p:cNvSpPr>
          <p:nvPr>
            <p:ph type="title"/>
          </p:nvPr>
        </p:nvSpPr>
        <p:spPr>
          <a:xfrm>
            <a:off x="571500" y="800105"/>
            <a:ext cx="4000500" cy="914400"/>
          </a:xfrm>
          <a:prstGeom prst="rect">
            <a:avLst/>
          </a:prstGeom>
        </p:spPr>
        <p:txBody>
          <a:bodyPr spcFirstLastPara="1" wrap="square" lIns="0" tIns="0" rIns="0" bIns="0" anchor="ctr" anchorCtr="0">
            <a:noAutofit/>
          </a:bodyPr>
          <a:lstStyle>
            <a:lvl1pPr lvl="0">
              <a:spcBef>
                <a:spcPts val="0"/>
              </a:spcBef>
              <a:spcAft>
                <a:spcPts val="0"/>
              </a:spcAft>
              <a:buSzPts val="1800"/>
              <a:buNone/>
              <a:defRPr b="1"/>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hree concepts - horizontal">
  <p:cSld name="TITLE_AND_TWO_COLUMNS_1">
    <p:spTree>
      <p:nvGrpSpPr>
        <p:cNvPr id="1" name="Shape 88"/>
        <p:cNvGrpSpPr/>
        <p:nvPr/>
      </p:nvGrpSpPr>
      <p:grpSpPr>
        <a:xfrm>
          <a:off x="0" y="0"/>
          <a:ext cx="0" cy="0"/>
          <a:chOff x="0" y="0"/>
          <a:chExt cx="0" cy="0"/>
        </a:xfrm>
      </p:grpSpPr>
      <p:sp>
        <p:nvSpPr>
          <p:cNvPr id="89" name="Google Shape;89;p19"/>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
        <p:nvSpPr>
          <p:cNvPr id="90" name="Google Shape;90;p19"/>
          <p:cNvSpPr txBox="1">
            <a:spLocks noGrp="1"/>
          </p:cNvSpPr>
          <p:nvPr>
            <p:ph type="body" idx="1"/>
          </p:nvPr>
        </p:nvSpPr>
        <p:spPr>
          <a:xfrm>
            <a:off x="571500" y="2192100"/>
            <a:ext cx="1968300" cy="2379900"/>
          </a:xfrm>
          <a:prstGeom prst="rect">
            <a:avLst/>
          </a:prstGeom>
        </p:spPr>
        <p:txBody>
          <a:bodyPr spcFirstLastPara="1" wrap="square" lIns="0" tIns="0" rIns="0" bIns="0" anchor="t" anchorCtr="0">
            <a:noAutofit/>
          </a:bodyPr>
          <a:lstStyle>
            <a:lvl1pPr marL="457200" lvl="0" indent="-304800">
              <a:spcBef>
                <a:spcPts val="0"/>
              </a:spcBef>
              <a:spcAft>
                <a:spcPts val="0"/>
              </a:spcAft>
              <a:buClr>
                <a:schemeClr val="accent1"/>
              </a:buClr>
              <a:buSzPts val="1200"/>
              <a:buChar char="●"/>
              <a:defRPr sz="1200"/>
            </a:lvl1pPr>
            <a:lvl2pPr marL="914400" lvl="1" indent="-304800">
              <a:spcBef>
                <a:spcPts val="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
        <p:nvSpPr>
          <p:cNvPr id="91" name="Google Shape;91;p19"/>
          <p:cNvSpPr txBox="1">
            <a:spLocks noGrp="1"/>
          </p:cNvSpPr>
          <p:nvPr>
            <p:ph type="body" idx="2"/>
          </p:nvPr>
        </p:nvSpPr>
        <p:spPr>
          <a:xfrm>
            <a:off x="3586271" y="2192100"/>
            <a:ext cx="1980000" cy="2379900"/>
          </a:xfrm>
          <a:prstGeom prst="rect">
            <a:avLst/>
          </a:prstGeom>
        </p:spPr>
        <p:txBody>
          <a:bodyPr spcFirstLastPara="1" wrap="square" lIns="0" tIns="0" rIns="0" bIns="0" anchor="t" anchorCtr="0">
            <a:noAutofit/>
          </a:bodyPr>
          <a:lstStyle>
            <a:lvl1pPr marL="457200" lvl="0" indent="-304800">
              <a:spcBef>
                <a:spcPts val="0"/>
              </a:spcBef>
              <a:spcAft>
                <a:spcPts val="0"/>
              </a:spcAft>
              <a:buClr>
                <a:schemeClr val="accent1"/>
              </a:buClr>
              <a:buSzPts val="1200"/>
              <a:buChar char="●"/>
              <a:defRPr sz="1200"/>
            </a:lvl1pPr>
            <a:lvl2pPr marL="914400" lvl="1" indent="-304800">
              <a:spcBef>
                <a:spcPts val="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
        <p:nvSpPr>
          <p:cNvPr id="92" name="Google Shape;92;p19"/>
          <p:cNvSpPr txBox="1">
            <a:spLocks noGrp="1"/>
          </p:cNvSpPr>
          <p:nvPr>
            <p:ph type="body" idx="3"/>
          </p:nvPr>
        </p:nvSpPr>
        <p:spPr>
          <a:xfrm>
            <a:off x="6604202" y="2192100"/>
            <a:ext cx="1968300" cy="2379900"/>
          </a:xfrm>
          <a:prstGeom prst="rect">
            <a:avLst/>
          </a:prstGeom>
        </p:spPr>
        <p:txBody>
          <a:bodyPr spcFirstLastPara="1" wrap="square" lIns="0" tIns="0" rIns="0" bIns="0" anchor="t" anchorCtr="0">
            <a:noAutofit/>
          </a:bodyPr>
          <a:lstStyle>
            <a:lvl1pPr marL="457200" lvl="0" indent="-304800">
              <a:spcBef>
                <a:spcPts val="0"/>
              </a:spcBef>
              <a:spcAft>
                <a:spcPts val="0"/>
              </a:spcAft>
              <a:buClr>
                <a:schemeClr val="accent1"/>
              </a:buClr>
              <a:buSzPts val="1200"/>
              <a:buChar char="●"/>
              <a:defRPr sz="1200"/>
            </a:lvl1pPr>
            <a:lvl2pPr marL="914400" lvl="1" indent="-304800">
              <a:spcBef>
                <a:spcPts val="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
        <p:nvSpPr>
          <p:cNvPr id="93" name="Google Shape;93;p19"/>
          <p:cNvSpPr txBox="1">
            <a:spLocks noGrp="1"/>
          </p:cNvSpPr>
          <p:nvPr>
            <p:ph type="subTitle" idx="4"/>
          </p:nvPr>
        </p:nvSpPr>
        <p:spPr>
          <a:xfrm>
            <a:off x="579900" y="1714500"/>
            <a:ext cx="1968300" cy="358800"/>
          </a:xfrm>
          <a:prstGeom prst="rect">
            <a:avLst/>
          </a:prstGeom>
        </p:spPr>
        <p:txBody>
          <a:bodyPr spcFirstLastPara="1" wrap="square" lIns="0" tIns="0" rIns="0" bIns="0" anchor="t" anchorCtr="0">
            <a:spAutoFit/>
          </a:bodyPr>
          <a:lstStyle>
            <a:lvl1pPr lv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3pPr>
            <a:lvl4pPr lvl="3">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4pPr>
            <a:lvl5pPr lvl="4">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5pPr>
            <a:lvl6pPr lvl="5">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6pPr>
            <a:lvl7pPr lvl="6">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7pPr>
            <a:lvl8pPr lvl="7">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8pPr>
            <a:lvl9pPr lvl="8">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9pPr>
          </a:lstStyle>
          <a:p>
            <a:endParaRPr/>
          </a:p>
        </p:txBody>
      </p:sp>
      <p:sp>
        <p:nvSpPr>
          <p:cNvPr id="94" name="Google Shape;94;p19"/>
          <p:cNvSpPr txBox="1">
            <a:spLocks noGrp="1"/>
          </p:cNvSpPr>
          <p:nvPr>
            <p:ph type="subTitle" idx="5"/>
          </p:nvPr>
        </p:nvSpPr>
        <p:spPr>
          <a:xfrm>
            <a:off x="6598950" y="1714500"/>
            <a:ext cx="1968300" cy="358800"/>
          </a:xfrm>
          <a:prstGeom prst="rect">
            <a:avLst/>
          </a:prstGeom>
        </p:spPr>
        <p:txBody>
          <a:bodyPr spcFirstLastPara="1" wrap="square" lIns="0" tIns="0" rIns="0" bIns="0" anchor="t" anchorCtr="0">
            <a:spAutoFit/>
          </a:bodyPr>
          <a:lstStyle>
            <a:lvl1pPr lv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3pPr>
            <a:lvl4pPr lvl="3">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4pPr>
            <a:lvl5pPr lvl="4">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5pPr>
            <a:lvl6pPr lvl="5">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6pPr>
            <a:lvl7pPr lvl="6">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7pPr>
            <a:lvl8pPr lvl="7">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8pPr>
            <a:lvl9pPr lvl="8">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9pPr>
          </a:lstStyle>
          <a:p>
            <a:endParaRPr/>
          </a:p>
        </p:txBody>
      </p:sp>
      <p:sp>
        <p:nvSpPr>
          <p:cNvPr id="95" name="Google Shape;95;p19"/>
          <p:cNvSpPr txBox="1">
            <a:spLocks noGrp="1"/>
          </p:cNvSpPr>
          <p:nvPr>
            <p:ph type="subTitle" idx="6"/>
          </p:nvPr>
        </p:nvSpPr>
        <p:spPr>
          <a:xfrm>
            <a:off x="3597825" y="1714500"/>
            <a:ext cx="1968300" cy="358800"/>
          </a:xfrm>
          <a:prstGeom prst="rect">
            <a:avLst/>
          </a:prstGeom>
        </p:spPr>
        <p:txBody>
          <a:bodyPr spcFirstLastPara="1" wrap="square" lIns="0" tIns="0" rIns="0" bIns="0" anchor="t" anchorCtr="0">
            <a:spAutoFit/>
          </a:bodyPr>
          <a:lstStyle>
            <a:lvl1pPr lv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3pPr>
            <a:lvl4pPr lvl="3">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4pPr>
            <a:lvl5pPr lvl="4">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5pPr>
            <a:lvl6pPr lvl="5">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6pPr>
            <a:lvl7pPr lvl="6">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7pPr>
            <a:lvl8pPr lvl="7">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8pPr>
            <a:lvl9pPr lvl="8">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9pPr>
          </a:lstStyle>
          <a:p>
            <a:endParaRPr/>
          </a:p>
        </p:txBody>
      </p:sp>
      <p:sp>
        <p:nvSpPr>
          <p:cNvPr id="96" name="Google Shape;96;p19"/>
          <p:cNvSpPr txBox="1">
            <a:spLocks noGrp="1"/>
          </p:cNvSpPr>
          <p:nvPr>
            <p:ph type="title"/>
          </p:nvPr>
        </p:nvSpPr>
        <p:spPr>
          <a:xfrm>
            <a:off x="571500" y="800105"/>
            <a:ext cx="4000500" cy="914400"/>
          </a:xfrm>
          <a:prstGeom prst="rect">
            <a:avLst/>
          </a:prstGeom>
        </p:spPr>
        <p:txBody>
          <a:bodyPr spcFirstLastPara="1" wrap="square" lIns="0" tIns="0" rIns="0" bIns="0" anchor="ctr" anchorCtr="0">
            <a:noAutofit/>
          </a:bodyPr>
          <a:lstStyle>
            <a:lvl1pPr lvl="0">
              <a:spcBef>
                <a:spcPts val="0"/>
              </a:spcBef>
              <a:spcAft>
                <a:spcPts val="0"/>
              </a:spcAft>
              <a:buSzPts val="1800"/>
              <a:buNone/>
              <a:defRPr b="1"/>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Four concepts - horizontal">
  <p:cSld name="TITLE_AND_TWO_COLUMNS_1_1">
    <p:spTree>
      <p:nvGrpSpPr>
        <p:cNvPr id="1" name="Shape 97"/>
        <p:cNvGrpSpPr/>
        <p:nvPr/>
      </p:nvGrpSpPr>
      <p:grpSpPr>
        <a:xfrm>
          <a:off x="0" y="0"/>
          <a:ext cx="0" cy="0"/>
          <a:chOff x="0" y="0"/>
          <a:chExt cx="0" cy="0"/>
        </a:xfrm>
      </p:grpSpPr>
      <p:sp>
        <p:nvSpPr>
          <p:cNvPr id="98" name="Google Shape;98;p20"/>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
        <p:nvSpPr>
          <p:cNvPr id="99" name="Google Shape;99;p20"/>
          <p:cNvSpPr txBox="1">
            <a:spLocks noGrp="1"/>
          </p:cNvSpPr>
          <p:nvPr>
            <p:ph type="body" idx="1"/>
          </p:nvPr>
        </p:nvSpPr>
        <p:spPr>
          <a:xfrm>
            <a:off x="571500" y="2178175"/>
            <a:ext cx="1712400" cy="2393700"/>
          </a:xfrm>
          <a:prstGeom prst="rect">
            <a:avLst/>
          </a:prstGeom>
        </p:spPr>
        <p:txBody>
          <a:bodyPr spcFirstLastPara="1" wrap="square" lIns="0" tIns="91425" rIns="182875" bIns="91425" anchor="t" anchorCtr="0">
            <a:noAutofit/>
          </a:bodyPr>
          <a:lstStyle>
            <a:lvl1pPr marL="457200" lvl="0" indent="-304800">
              <a:spcBef>
                <a:spcPts val="0"/>
              </a:spcBef>
              <a:spcAft>
                <a:spcPts val="0"/>
              </a:spcAft>
              <a:buClr>
                <a:schemeClr val="accent1"/>
              </a:buClr>
              <a:buSzPts val="1200"/>
              <a:buChar char="●"/>
              <a:defRPr sz="1200"/>
            </a:lvl1pPr>
            <a:lvl2pPr marL="914400" lvl="1" indent="-304800">
              <a:spcBef>
                <a:spcPts val="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
        <p:nvSpPr>
          <p:cNvPr id="100" name="Google Shape;100;p20"/>
          <p:cNvSpPr txBox="1">
            <a:spLocks noGrp="1"/>
          </p:cNvSpPr>
          <p:nvPr>
            <p:ph type="subTitle" idx="2"/>
          </p:nvPr>
        </p:nvSpPr>
        <p:spPr>
          <a:xfrm>
            <a:off x="571500" y="1714500"/>
            <a:ext cx="1712400" cy="393600"/>
          </a:xfrm>
          <a:prstGeom prst="rect">
            <a:avLst/>
          </a:prstGeom>
        </p:spPr>
        <p:txBody>
          <a:bodyPr spcFirstLastPara="1" wrap="square" lIns="0" tIns="0" rIns="0" bIns="0" anchor="t" anchorCtr="0">
            <a:spAutoFit/>
          </a:bodyPr>
          <a:lstStyle>
            <a:lvl1pPr marL="0" marR="0" lvl="0" indent="-6350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200"/>
              <a:buNone/>
              <a:defRPr>
                <a:solidFill>
                  <a:schemeClr val="accent4"/>
                </a:solidFill>
              </a:defRPr>
            </a:lvl2pPr>
            <a:lvl3pPr lvl="2">
              <a:lnSpc>
                <a:spcPct val="100000"/>
              </a:lnSpc>
              <a:spcBef>
                <a:spcPts val="0"/>
              </a:spcBef>
              <a:spcAft>
                <a:spcPts val="0"/>
              </a:spcAft>
              <a:buClr>
                <a:schemeClr val="accent4"/>
              </a:buClr>
              <a:buSzPts val="1000"/>
              <a:buNone/>
              <a:defRPr>
                <a:solidFill>
                  <a:schemeClr val="accent4"/>
                </a:solidFill>
              </a:defRPr>
            </a:lvl3pPr>
            <a:lvl4pPr lvl="3">
              <a:lnSpc>
                <a:spcPct val="100000"/>
              </a:lnSpc>
              <a:spcBef>
                <a:spcPts val="0"/>
              </a:spcBef>
              <a:spcAft>
                <a:spcPts val="0"/>
              </a:spcAft>
              <a:buClr>
                <a:schemeClr val="accent4"/>
              </a:buClr>
              <a:buSzPts val="1000"/>
              <a:buNone/>
              <a:defRPr>
                <a:solidFill>
                  <a:schemeClr val="accent4"/>
                </a:solidFill>
              </a:defRPr>
            </a:lvl4pPr>
            <a:lvl5pPr lvl="4">
              <a:lnSpc>
                <a:spcPct val="100000"/>
              </a:lnSpc>
              <a:spcBef>
                <a:spcPts val="0"/>
              </a:spcBef>
              <a:spcAft>
                <a:spcPts val="0"/>
              </a:spcAft>
              <a:buClr>
                <a:schemeClr val="accent4"/>
              </a:buClr>
              <a:buSzPts val="1000"/>
              <a:buNone/>
              <a:defRPr>
                <a:solidFill>
                  <a:schemeClr val="accent4"/>
                </a:solidFill>
              </a:defRPr>
            </a:lvl5pPr>
            <a:lvl6pPr lvl="5">
              <a:lnSpc>
                <a:spcPct val="100000"/>
              </a:lnSpc>
              <a:spcBef>
                <a:spcPts val="0"/>
              </a:spcBef>
              <a:spcAft>
                <a:spcPts val="0"/>
              </a:spcAft>
              <a:buClr>
                <a:schemeClr val="accent4"/>
              </a:buClr>
              <a:buSzPts val="1000"/>
              <a:buNone/>
              <a:defRPr>
                <a:solidFill>
                  <a:schemeClr val="accent4"/>
                </a:solidFill>
              </a:defRPr>
            </a:lvl6pPr>
            <a:lvl7pPr lvl="6">
              <a:lnSpc>
                <a:spcPct val="100000"/>
              </a:lnSpc>
              <a:spcBef>
                <a:spcPts val="0"/>
              </a:spcBef>
              <a:spcAft>
                <a:spcPts val="0"/>
              </a:spcAft>
              <a:buClr>
                <a:schemeClr val="accent4"/>
              </a:buClr>
              <a:buSzPts val="1000"/>
              <a:buNone/>
              <a:defRPr>
                <a:solidFill>
                  <a:schemeClr val="accent4"/>
                </a:solidFill>
              </a:defRPr>
            </a:lvl7pPr>
            <a:lvl8pPr lvl="7">
              <a:lnSpc>
                <a:spcPct val="100000"/>
              </a:lnSpc>
              <a:spcBef>
                <a:spcPts val="0"/>
              </a:spcBef>
              <a:spcAft>
                <a:spcPts val="0"/>
              </a:spcAft>
              <a:buClr>
                <a:schemeClr val="accent4"/>
              </a:buClr>
              <a:buSzPts val="1000"/>
              <a:buNone/>
              <a:defRPr>
                <a:solidFill>
                  <a:schemeClr val="accent4"/>
                </a:solidFill>
              </a:defRPr>
            </a:lvl8pPr>
            <a:lvl9pPr lvl="8">
              <a:lnSpc>
                <a:spcPct val="100000"/>
              </a:lnSpc>
              <a:spcBef>
                <a:spcPts val="0"/>
              </a:spcBef>
              <a:spcAft>
                <a:spcPts val="0"/>
              </a:spcAft>
              <a:buClr>
                <a:schemeClr val="accent4"/>
              </a:buClr>
              <a:buSzPts val="1000"/>
              <a:buNone/>
              <a:defRPr>
                <a:solidFill>
                  <a:schemeClr val="accent4"/>
                </a:solidFill>
              </a:defRPr>
            </a:lvl9pPr>
          </a:lstStyle>
          <a:p>
            <a:endParaRPr/>
          </a:p>
        </p:txBody>
      </p:sp>
      <p:sp>
        <p:nvSpPr>
          <p:cNvPr id="101" name="Google Shape;101;p20"/>
          <p:cNvSpPr txBox="1">
            <a:spLocks noGrp="1"/>
          </p:cNvSpPr>
          <p:nvPr>
            <p:ph type="title"/>
          </p:nvPr>
        </p:nvSpPr>
        <p:spPr>
          <a:xfrm>
            <a:off x="571500" y="800105"/>
            <a:ext cx="4000500" cy="914400"/>
          </a:xfrm>
          <a:prstGeom prst="rect">
            <a:avLst/>
          </a:prstGeom>
        </p:spPr>
        <p:txBody>
          <a:bodyPr spcFirstLastPara="1" wrap="square" lIns="0" tIns="0" rIns="0" bIns="0" anchor="ctr" anchorCtr="0">
            <a:noAutofit/>
          </a:bodyPr>
          <a:lstStyle>
            <a:lvl1pPr lvl="0">
              <a:spcBef>
                <a:spcPts val="0"/>
              </a:spcBef>
              <a:spcAft>
                <a:spcPts val="0"/>
              </a:spcAft>
              <a:buSzPts val="1800"/>
              <a:buNone/>
              <a:defRPr b="1"/>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102" name="Google Shape;102;p20"/>
          <p:cNvSpPr txBox="1">
            <a:spLocks noGrp="1"/>
          </p:cNvSpPr>
          <p:nvPr>
            <p:ph type="body" idx="3"/>
          </p:nvPr>
        </p:nvSpPr>
        <p:spPr>
          <a:xfrm>
            <a:off x="2667700" y="2178175"/>
            <a:ext cx="1712400" cy="2393700"/>
          </a:xfrm>
          <a:prstGeom prst="rect">
            <a:avLst/>
          </a:prstGeom>
        </p:spPr>
        <p:txBody>
          <a:bodyPr spcFirstLastPara="1" wrap="square" lIns="0" tIns="91425" rIns="182875" bIns="91425" anchor="t" anchorCtr="0">
            <a:noAutofit/>
          </a:bodyPr>
          <a:lstStyle>
            <a:lvl1pPr marL="457200" lvl="0" indent="-304800">
              <a:spcBef>
                <a:spcPts val="0"/>
              </a:spcBef>
              <a:spcAft>
                <a:spcPts val="0"/>
              </a:spcAft>
              <a:buClr>
                <a:schemeClr val="accent1"/>
              </a:buClr>
              <a:buSzPts val="1200"/>
              <a:buChar char="●"/>
              <a:defRPr sz="1200"/>
            </a:lvl1pPr>
            <a:lvl2pPr marL="914400" lvl="1" indent="-304800">
              <a:spcBef>
                <a:spcPts val="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
        <p:nvSpPr>
          <p:cNvPr id="103" name="Google Shape;103;p20"/>
          <p:cNvSpPr txBox="1">
            <a:spLocks noGrp="1"/>
          </p:cNvSpPr>
          <p:nvPr>
            <p:ph type="subTitle" idx="4"/>
          </p:nvPr>
        </p:nvSpPr>
        <p:spPr>
          <a:xfrm>
            <a:off x="2667700" y="1714500"/>
            <a:ext cx="1712400" cy="393600"/>
          </a:xfrm>
          <a:prstGeom prst="rect">
            <a:avLst/>
          </a:prstGeom>
        </p:spPr>
        <p:txBody>
          <a:bodyPr spcFirstLastPara="1" wrap="square" lIns="0" tIns="0" rIns="0" bIns="0" anchor="t" anchorCtr="0">
            <a:spAutoFit/>
          </a:bodyPr>
          <a:lstStyle>
            <a:lvl1pPr marL="0" marR="0" lvl="0" indent="-6350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200"/>
              <a:buNone/>
              <a:defRPr>
                <a:solidFill>
                  <a:schemeClr val="accent4"/>
                </a:solidFill>
              </a:defRPr>
            </a:lvl2pPr>
            <a:lvl3pPr lvl="2">
              <a:lnSpc>
                <a:spcPct val="100000"/>
              </a:lnSpc>
              <a:spcBef>
                <a:spcPts val="0"/>
              </a:spcBef>
              <a:spcAft>
                <a:spcPts val="0"/>
              </a:spcAft>
              <a:buClr>
                <a:schemeClr val="accent4"/>
              </a:buClr>
              <a:buSzPts val="1000"/>
              <a:buNone/>
              <a:defRPr>
                <a:solidFill>
                  <a:schemeClr val="accent4"/>
                </a:solidFill>
              </a:defRPr>
            </a:lvl3pPr>
            <a:lvl4pPr lvl="3">
              <a:lnSpc>
                <a:spcPct val="100000"/>
              </a:lnSpc>
              <a:spcBef>
                <a:spcPts val="0"/>
              </a:spcBef>
              <a:spcAft>
                <a:spcPts val="0"/>
              </a:spcAft>
              <a:buClr>
                <a:schemeClr val="accent4"/>
              </a:buClr>
              <a:buSzPts val="1000"/>
              <a:buNone/>
              <a:defRPr>
                <a:solidFill>
                  <a:schemeClr val="accent4"/>
                </a:solidFill>
              </a:defRPr>
            </a:lvl4pPr>
            <a:lvl5pPr lvl="4">
              <a:lnSpc>
                <a:spcPct val="100000"/>
              </a:lnSpc>
              <a:spcBef>
                <a:spcPts val="0"/>
              </a:spcBef>
              <a:spcAft>
                <a:spcPts val="0"/>
              </a:spcAft>
              <a:buClr>
                <a:schemeClr val="accent4"/>
              </a:buClr>
              <a:buSzPts val="1000"/>
              <a:buNone/>
              <a:defRPr>
                <a:solidFill>
                  <a:schemeClr val="accent4"/>
                </a:solidFill>
              </a:defRPr>
            </a:lvl5pPr>
            <a:lvl6pPr lvl="5">
              <a:lnSpc>
                <a:spcPct val="100000"/>
              </a:lnSpc>
              <a:spcBef>
                <a:spcPts val="0"/>
              </a:spcBef>
              <a:spcAft>
                <a:spcPts val="0"/>
              </a:spcAft>
              <a:buClr>
                <a:schemeClr val="accent4"/>
              </a:buClr>
              <a:buSzPts val="1000"/>
              <a:buNone/>
              <a:defRPr>
                <a:solidFill>
                  <a:schemeClr val="accent4"/>
                </a:solidFill>
              </a:defRPr>
            </a:lvl6pPr>
            <a:lvl7pPr lvl="6">
              <a:lnSpc>
                <a:spcPct val="100000"/>
              </a:lnSpc>
              <a:spcBef>
                <a:spcPts val="0"/>
              </a:spcBef>
              <a:spcAft>
                <a:spcPts val="0"/>
              </a:spcAft>
              <a:buClr>
                <a:schemeClr val="accent4"/>
              </a:buClr>
              <a:buSzPts val="1000"/>
              <a:buNone/>
              <a:defRPr>
                <a:solidFill>
                  <a:schemeClr val="accent4"/>
                </a:solidFill>
              </a:defRPr>
            </a:lvl7pPr>
            <a:lvl8pPr lvl="7">
              <a:lnSpc>
                <a:spcPct val="100000"/>
              </a:lnSpc>
              <a:spcBef>
                <a:spcPts val="0"/>
              </a:spcBef>
              <a:spcAft>
                <a:spcPts val="0"/>
              </a:spcAft>
              <a:buClr>
                <a:schemeClr val="accent4"/>
              </a:buClr>
              <a:buSzPts val="1000"/>
              <a:buNone/>
              <a:defRPr>
                <a:solidFill>
                  <a:schemeClr val="accent4"/>
                </a:solidFill>
              </a:defRPr>
            </a:lvl8pPr>
            <a:lvl9pPr lvl="8">
              <a:lnSpc>
                <a:spcPct val="100000"/>
              </a:lnSpc>
              <a:spcBef>
                <a:spcPts val="0"/>
              </a:spcBef>
              <a:spcAft>
                <a:spcPts val="0"/>
              </a:spcAft>
              <a:buClr>
                <a:schemeClr val="accent4"/>
              </a:buClr>
              <a:buSzPts val="1000"/>
              <a:buNone/>
              <a:defRPr>
                <a:solidFill>
                  <a:schemeClr val="accent4"/>
                </a:solidFill>
              </a:defRPr>
            </a:lvl9pPr>
          </a:lstStyle>
          <a:p>
            <a:endParaRPr/>
          </a:p>
        </p:txBody>
      </p:sp>
      <p:sp>
        <p:nvSpPr>
          <p:cNvPr id="104" name="Google Shape;104;p20"/>
          <p:cNvSpPr txBox="1">
            <a:spLocks noGrp="1"/>
          </p:cNvSpPr>
          <p:nvPr>
            <p:ph type="body" idx="5"/>
          </p:nvPr>
        </p:nvSpPr>
        <p:spPr>
          <a:xfrm>
            <a:off x="4763900" y="2178175"/>
            <a:ext cx="1712400" cy="2393700"/>
          </a:xfrm>
          <a:prstGeom prst="rect">
            <a:avLst/>
          </a:prstGeom>
        </p:spPr>
        <p:txBody>
          <a:bodyPr spcFirstLastPara="1" wrap="square" lIns="0" tIns="91425" rIns="182875" bIns="91425" anchor="t" anchorCtr="0">
            <a:noAutofit/>
          </a:bodyPr>
          <a:lstStyle>
            <a:lvl1pPr marL="457200" lvl="0" indent="-304800">
              <a:spcBef>
                <a:spcPts val="0"/>
              </a:spcBef>
              <a:spcAft>
                <a:spcPts val="0"/>
              </a:spcAft>
              <a:buClr>
                <a:schemeClr val="accent1"/>
              </a:buClr>
              <a:buSzPts val="1200"/>
              <a:buChar char="●"/>
              <a:defRPr sz="1200"/>
            </a:lvl1pPr>
            <a:lvl2pPr marL="914400" lvl="1" indent="-304800">
              <a:spcBef>
                <a:spcPts val="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
        <p:nvSpPr>
          <p:cNvPr id="105" name="Google Shape;105;p20"/>
          <p:cNvSpPr txBox="1">
            <a:spLocks noGrp="1"/>
          </p:cNvSpPr>
          <p:nvPr>
            <p:ph type="subTitle" idx="6"/>
          </p:nvPr>
        </p:nvSpPr>
        <p:spPr>
          <a:xfrm>
            <a:off x="4763900" y="1714500"/>
            <a:ext cx="1712400" cy="393600"/>
          </a:xfrm>
          <a:prstGeom prst="rect">
            <a:avLst/>
          </a:prstGeom>
        </p:spPr>
        <p:txBody>
          <a:bodyPr spcFirstLastPara="1" wrap="square" lIns="0" tIns="0" rIns="0" bIns="0" anchor="t" anchorCtr="0">
            <a:spAutoFit/>
          </a:bodyPr>
          <a:lstStyle>
            <a:lvl1pPr marL="0" marR="0" lvl="0" indent="-6350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200"/>
              <a:buNone/>
              <a:defRPr>
                <a:solidFill>
                  <a:schemeClr val="accent4"/>
                </a:solidFill>
              </a:defRPr>
            </a:lvl2pPr>
            <a:lvl3pPr lvl="2">
              <a:lnSpc>
                <a:spcPct val="100000"/>
              </a:lnSpc>
              <a:spcBef>
                <a:spcPts val="0"/>
              </a:spcBef>
              <a:spcAft>
                <a:spcPts val="0"/>
              </a:spcAft>
              <a:buClr>
                <a:schemeClr val="accent4"/>
              </a:buClr>
              <a:buSzPts val="1000"/>
              <a:buNone/>
              <a:defRPr>
                <a:solidFill>
                  <a:schemeClr val="accent4"/>
                </a:solidFill>
              </a:defRPr>
            </a:lvl3pPr>
            <a:lvl4pPr lvl="3">
              <a:lnSpc>
                <a:spcPct val="100000"/>
              </a:lnSpc>
              <a:spcBef>
                <a:spcPts val="0"/>
              </a:spcBef>
              <a:spcAft>
                <a:spcPts val="0"/>
              </a:spcAft>
              <a:buClr>
                <a:schemeClr val="accent4"/>
              </a:buClr>
              <a:buSzPts val="1000"/>
              <a:buNone/>
              <a:defRPr>
                <a:solidFill>
                  <a:schemeClr val="accent4"/>
                </a:solidFill>
              </a:defRPr>
            </a:lvl4pPr>
            <a:lvl5pPr lvl="4">
              <a:lnSpc>
                <a:spcPct val="100000"/>
              </a:lnSpc>
              <a:spcBef>
                <a:spcPts val="0"/>
              </a:spcBef>
              <a:spcAft>
                <a:spcPts val="0"/>
              </a:spcAft>
              <a:buClr>
                <a:schemeClr val="accent4"/>
              </a:buClr>
              <a:buSzPts val="1000"/>
              <a:buNone/>
              <a:defRPr>
                <a:solidFill>
                  <a:schemeClr val="accent4"/>
                </a:solidFill>
              </a:defRPr>
            </a:lvl5pPr>
            <a:lvl6pPr lvl="5">
              <a:lnSpc>
                <a:spcPct val="100000"/>
              </a:lnSpc>
              <a:spcBef>
                <a:spcPts val="0"/>
              </a:spcBef>
              <a:spcAft>
                <a:spcPts val="0"/>
              </a:spcAft>
              <a:buClr>
                <a:schemeClr val="accent4"/>
              </a:buClr>
              <a:buSzPts val="1000"/>
              <a:buNone/>
              <a:defRPr>
                <a:solidFill>
                  <a:schemeClr val="accent4"/>
                </a:solidFill>
              </a:defRPr>
            </a:lvl6pPr>
            <a:lvl7pPr lvl="6">
              <a:lnSpc>
                <a:spcPct val="100000"/>
              </a:lnSpc>
              <a:spcBef>
                <a:spcPts val="0"/>
              </a:spcBef>
              <a:spcAft>
                <a:spcPts val="0"/>
              </a:spcAft>
              <a:buClr>
                <a:schemeClr val="accent4"/>
              </a:buClr>
              <a:buSzPts val="1000"/>
              <a:buNone/>
              <a:defRPr>
                <a:solidFill>
                  <a:schemeClr val="accent4"/>
                </a:solidFill>
              </a:defRPr>
            </a:lvl7pPr>
            <a:lvl8pPr lvl="7">
              <a:lnSpc>
                <a:spcPct val="100000"/>
              </a:lnSpc>
              <a:spcBef>
                <a:spcPts val="0"/>
              </a:spcBef>
              <a:spcAft>
                <a:spcPts val="0"/>
              </a:spcAft>
              <a:buClr>
                <a:schemeClr val="accent4"/>
              </a:buClr>
              <a:buSzPts val="1000"/>
              <a:buNone/>
              <a:defRPr>
                <a:solidFill>
                  <a:schemeClr val="accent4"/>
                </a:solidFill>
              </a:defRPr>
            </a:lvl8pPr>
            <a:lvl9pPr lvl="8">
              <a:lnSpc>
                <a:spcPct val="100000"/>
              </a:lnSpc>
              <a:spcBef>
                <a:spcPts val="0"/>
              </a:spcBef>
              <a:spcAft>
                <a:spcPts val="0"/>
              </a:spcAft>
              <a:buClr>
                <a:schemeClr val="accent4"/>
              </a:buClr>
              <a:buSzPts val="1000"/>
              <a:buNone/>
              <a:defRPr>
                <a:solidFill>
                  <a:schemeClr val="accent4"/>
                </a:solidFill>
              </a:defRPr>
            </a:lvl9pPr>
          </a:lstStyle>
          <a:p>
            <a:endParaRPr/>
          </a:p>
        </p:txBody>
      </p:sp>
      <p:sp>
        <p:nvSpPr>
          <p:cNvPr id="106" name="Google Shape;106;p20"/>
          <p:cNvSpPr txBox="1">
            <a:spLocks noGrp="1"/>
          </p:cNvSpPr>
          <p:nvPr>
            <p:ph type="body" idx="7"/>
          </p:nvPr>
        </p:nvSpPr>
        <p:spPr>
          <a:xfrm>
            <a:off x="6860100" y="2178175"/>
            <a:ext cx="1712400" cy="2393700"/>
          </a:xfrm>
          <a:prstGeom prst="rect">
            <a:avLst/>
          </a:prstGeom>
        </p:spPr>
        <p:txBody>
          <a:bodyPr spcFirstLastPara="1" wrap="square" lIns="0" tIns="91425" rIns="182875" bIns="91425" anchor="t" anchorCtr="0">
            <a:noAutofit/>
          </a:bodyPr>
          <a:lstStyle>
            <a:lvl1pPr marL="457200" lvl="0" indent="-304800">
              <a:spcBef>
                <a:spcPts val="0"/>
              </a:spcBef>
              <a:spcAft>
                <a:spcPts val="0"/>
              </a:spcAft>
              <a:buClr>
                <a:schemeClr val="accent1"/>
              </a:buClr>
              <a:buSzPts val="1200"/>
              <a:buChar char="●"/>
              <a:defRPr sz="1200"/>
            </a:lvl1pPr>
            <a:lvl2pPr marL="914400" lvl="1" indent="-304800">
              <a:spcBef>
                <a:spcPts val="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
        <p:nvSpPr>
          <p:cNvPr id="107" name="Google Shape;107;p20"/>
          <p:cNvSpPr txBox="1">
            <a:spLocks noGrp="1"/>
          </p:cNvSpPr>
          <p:nvPr>
            <p:ph type="subTitle" idx="8"/>
          </p:nvPr>
        </p:nvSpPr>
        <p:spPr>
          <a:xfrm>
            <a:off x="6860100" y="1714500"/>
            <a:ext cx="1712400" cy="393600"/>
          </a:xfrm>
          <a:prstGeom prst="rect">
            <a:avLst/>
          </a:prstGeom>
        </p:spPr>
        <p:txBody>
          <a:bodyPr spcFirstLastPara="1" wrap="square" lIns="0" tIns="0" rIns="0" bIns="0" anchor="t" anchorCtr="0">
            <a:spAutoFit/>
          </a:bodyPr>
          <a:lstStyle>
            <a:lvl1pPr marL="0" marR="0" lvl="0" indent="-6350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200"/>
              <a:buNone/>
              <a:defRPr>
                <a:solidFill>
                  <a:schemeClr val="accent4"/>
                </a:solidFill>
              </a:defRPr>
            </a:lvl2pPr>
            <a:lvl3pPr lvl="2">
              <a:lnSpc>
                <a:spcPct val="100000"/>
              </a:lnSpc>
              <a:spcBef>
                <a:spcPts val="0"/>
              </a:spcBef>
              <a:spcAft>
                <a:spcPts val="0"/>
              </a:spcAft>
              <a:buClr>
                <a:schemeClr val="accent4"/>
              </a:buClr>
              <a:buSzPts val="1000"/>
              <a:buNone/>
              <a:defRPr>
                <a:solidFill>
                  <a:schemeClr val="accent4"/>
                </a:solidFill>
              </a:defRPr>
            </a:lvl3pPr>
            <a:lvl4pPr lvl="3">
              <a:lnSpc>
                <a:spcPct val="100000"/>
              </a:lnSpc>
              <a:spcBef>
                <a:spcPts val="0"/>
              </a:spcBef>
              <a:spcAft>
                <a:spcPts val="0"/>
              </a:spcAft>
              <a:buClr>
                <a:schemeClr val="accent4"/>
              </a:buClr>
              <a:buSzPts val="1000"/>
              <a:buNone/>
              <a:defRPr>
                <a:solidFill>
                  <a:schemeClr val="accent4"/>
                </a:solidFill>
              </a:defRPr>
            </a:lvl4pPr>
            <a:lvl5pPr lvl="4">
              <a:lnSpc>
                <a:spcPct val="100000"/>
              </a:lnSpc>
              <a:spcBef>
                <a:spcPts val="0"/>
              </a:spcBef>
              <a:spcAft>
                <a:spcPts val="0"/>
              </a:spcAft>
              <a:buClr>
                <a:schemeClr val="accent4"/>
              </a:buClr>
              <a:buSzPts val="1000"/>
              <a:buNone/>
              <a:defRPr>
                <a:solidFill>
                  <a:schemeClr val="accent4"/>
                </a:solidFill>
              </a:defRPr>
            </a:lvl5pPr>
            <a:lvl6pPr lvl="5">
              <a:lnSpc>
                <a:spcPct val="100000"/>
              </a:lnSpc>
              <a:spcBef>
                <a:spcPts val="0"/>
              </a:spcBef>
              <a:spcAft>
                <a:spcPts val="0"/>
              </a:spcAft>
              <a:buClr>
                <a:schemeClr val="accent4"/>
              </a:buClr>
              <a:buSzPts val="1000"/>
              <a:buNone/>
              <a:defRPr>
                <a:solidFill>
                  <a:schemeClr val="accent4"/>
                </a:solidFill>
              </a:defRPr>
            </a:lvl6pPr>
            <a:lvl7pPr lvl="6">
              <a:lnSpc>
                <a:spcPct val="100000"/>
              </a:lnSpc>
              <a:spcBef>
                <a:spcPts val="0"/>
              </a:spcBef>
              <a:spcAft>
                <a:spcPts val="0"/>
              </a:spcAft>
              <a:buClr>
                <a:schemeClr val="accent4"/>
              </a:buClr>
              <a:buSzPts val="1000"/>
              <a:buNone/>
              <a:defRPr>
                <a:solidFill>
                  <a:schemeClr val="accent4"/>
                </a:solidFill>
              </a:defRPr>
            </a:lvl7pPr>
            <a:lvl8pPr lvl="7">
              <a:lnSpc>
                <a:spcPct val="100000"/>
              </a:lnSpc>
              <a:spcBef>
                <a:spcPts val="0"/>
              </a:spcBef>
              <a:spcAft>
                <a:spcPts val="0"/>
              </a:spcAft>
              <a:buClr>
                <a:schemeClr val="accent4"/>
              </a:buClr>
              <a:buSzPts val="1000"/>
              <a:buNone/>
              <a:defRPr>
                <a:solidFill>
                  <a:schemeClr val="accent4"/>
                </a:solidFill>
              </a:defRPr>
            </a:lvl8pPr>
            <a:lvl9pPr lvl="8">
              <a:lnSpc>
                <a:spcPct val="100000"/>
              </a:lnSpc>
              <a:spcBef>
                <a:spcPts val="0"/>
              </a:spcBef>
              <a:spcAft>
                <a:spcPts val="0"/>
              </a:spcAft>
              <a:buClr>
                <a:schemeClr val="accent4"/>
              </a:buClr>
              <a:buSzPts val="1000"/>
              <a:buNone/>
              <a:defRPr>
                <a:solidFill>
                  <a:schemeClr val="accent4"/>
                </a:solidFill>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Four concepts - vertical">
  <p:cSld name="TITLE_AND_TWO_COLUMNS_1_1_1">
    <p:spTree>
      <p:nvGrpSpPr>
        <p:cNvPr id="1" name="Shape 108"/>
        <p:cNvGrpSpPr/>
        <p:nvPr/>
      </p:nvGrpSpPr>
      <p:grpSpPr>
        <a:xfrm>
          <a:off x="0" y="0"/>
          <a:ext cx="0" cy="0"/>
          <a:chOff x="0" y="0"/>
          <a:chExt cx="0" cy="0"/>
        </a:xfrm>
      </p:grpSpPr>
      <p:sp>
        <p:nvSpPr>
          <p:cNvPr id="109" name="Google Shape;109;p21"/>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
        <p:nvSpPr>
          <p:cNvPr id="110" name="Google Shape;110;p21"/>
          <p:cNvSpPr txBox="1">
            <a:spLocks noGrp="1"/>
          </p:cNvSpPr>
          <p:nvPr>
            <p:ph type="body" idx="1"/>
          </p:nvPr>
        </p:nvSpPr>
        <p:spPr>
          <a:xfrm>
            <a:off x="2741350" y="1718400"/>
            <a:ext cx="3655800" cy="544500"/>
          </a:xfrm>
          <a:prstGeom prst="rect">
            <a:avLst/>
          </a:prstGeom>
        </p:spPr>
        <p:txBody>
          <a:bodyPr spcFirstLastPara="1" wrap="square" lIns="0" tIns="0" rIns="0" bIns="0" anchor="t" anchorCtr="0">
            <a:noAutofit/>
          </a:bodyPr>
          <a:lstStyle>
            <a:lvl1pPr marL="457200" lvl="0" indent="-304800">
              <a:spcBef>
                <a:spcPts val="0"/>
              </a:spcBef>
              <a:spcAft>
                <a:spcPts val="0"/>
              </a:spcAft>
              <a:buClr>
                <a:schemeClr val="accent1"/>
              </a:buClr>
              <a:buSzPts val="1200"/>
              <a:buChar char="●"/>
              <a:defRPr sz="1200"/>
            </a:lvl1pPr>
            <a:lvl2pPr marL="914400" lvl="1" indent="-304800">
              <a:spcBef>
                <a:spcPts val="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
        <p:nvSpPr>
          <p:cNvPr id="111" name="Google Shape;111;p21"/>
          <p:cNvSpPr txBox="1">
            <a:spLocks noGrp="1"/>
          </p:cNvSpPr>
          <p:nvPr>
            <p:ph type="subTitle" idx="2"/>
          </p:nvPr>
        </p:nvSpPr>
        <p:spPr>
          <a:xfrm>
            <a:off x="914400" y="1714500"/>
            <a:ext cx="1373400" cy="544500"/>
          </a:xfrm>
          <a:prstGeom prst="rect">
            <a:avLst/>
          </a:prstGeom>
        </p:spPr>
        <p:txBody>
          <a:bodyPr spcFirstLastPara="1" wrap="square" lIns="0" tIns="0" rIns="0" bIns="0" anchor="t" anchorCtr="0">
            <a:noAutofit/>
          </a:bodyPr>
          <a:lstStyle>
            <a:lvl1pPr lvl="0">
              <a:lnSpc>
                <a:spcPct val="100000"/>
              </a:lnSpc>
              <a:spcBef>
                <a:spcPts val="0"/>
              </a:spcBef>
              <a:spcAft>
                <a:spcPts val="0"/>
              </a:spcAft>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SzPts val="1000"/>
              <a:buFont typeface="Poppins SemiBold"/>
              <a:buNone/>
              <a:defRPr sz="1000">
                <a:latin typeface="Poppins SemiBold"/>
                <a:ea typeface="Poppins SemiBold"/>
                <a:cs typeface="Poppins SemiBold"/>
                <a:sym typeface="Poppins SemiBold"/>
              </a:defRPr>
            </a:lvl2pPr>
            <a:lvl3pPr lvl="2">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3pPr>
            <a:lvl4pPr lvl="3">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4pPr>
            <a:lvl5pPr lvl="4">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5pPr>
            <a:lvl6pPr lvl="5">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6pPr>
            <a:lvl7pPr lvl="6">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7pPr>
            <a:lvl8pPr lvl="7">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8pPr>
            <a:lvl9pPr lvl="8">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9pPr>
          </a:lstStyle>
          <a:p>
            <a:endParaRPr/>
          </a:p>
        </p:txBody>
      </p:sp>
      <p:sp>
        <p:nvSpPr>
          <p:cNvPr id="112" name="Google Shape;112;p21"/>
          <p:cNvSpPr txBox="1">
            <a:spLocks noGrp="1"/>
          </p:cNvSpPr>
          <p:nvPr>
            <p:ph type="subTitle" idx="3"/>
          </p:nvPr>
        </p:nvSpPr>
        <p:spPr>
          <a:xfrm>
            <a:off x="914400" y="4027625"/>
            <a:ext cx="1373400" cy="544500"/>
          </a:xfrm>
          <a:prstGeom prst="rect">
            <a:avLst/>
          </a:prstGeom>
        </p:spPr>
        <p:txBody>
          <a:bodyPr spcFirstLastPara="1" wrap="square" lIns="0" tIns="0" rIns="0" bIns="0" anchor="t" anchorCtr="0">
            <a:noAutofit/>
          </a:bodyPr>
          <a:lstStyle>
            <a:lvl1pPr lvl="0">
              <a:lnSpc>
                <a:spcPct val="100000"/>
              </a:lnSpc>
              <a:spcBef>
                <a:spcPts val="0"/>
              </a:spcBef>
              <a:spcAft>
                <a:spcPts val="0"/>
              </a:spcAft>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SzPts val="1000"/>
              <a:buFont typeface="Poppins SemiBold"/>
              <a:buNone/>
              <a:defRPr sz="1000">
                <a:latin typeface="Poppins SemiBold"/>
                <a:ea typeface="Poppins SemiBold"/>
                <a:cs typeface="Poppins SemiBold"/>
                <a:sym typeface="Poppins SemiBold"/>
              </a:defRPr>
            </a:lvl2pPr>
            <a:lvl3pPr lvl="2">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3pPr>
            <a:lvl4pPr lvl="3">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4pPr>
            <a:lvl5pPr lvl="4">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5pPr>
            <a:lvl6pPr lvl="5">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6pPr>
            <a:lvl7pPr lvl="6">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7pPr>
            <a:lvl8pPr lvl="7">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8pPr>
            <a:lvl9pPr lvl="8">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9pPr>
          </a:lstStyle>
          <a:p>
            <a:endParaRPr/>
          </a:p>
        </p:txBody>
      </p:sp>
      <p:sp>
        <p:nvSpPr>
          <p:cNvPr id="113" name="Google Shape;113;p21"/>
          <p:cNvSpPr txBox="1">
            <a:spLocks noGrp="1"/>
          </p:cNvSpPr>
          <p:nvPr>
            <p:ph type="subTitle" idx="4"/>
          </p:nvPr>
        </p:nvSpPr>
        <p:spPr>
          <a:xfrm>
            <a:off x="914400" y="2485542"/>
            <a:ext cx="1373400" cy="544500"/>
          </a:xfrm>
          <a:prstGeom prst="rect">
            <a:avLst/>
          </a:prstGeom>
        </p:spPr>
        <p:txBody>
          <a:bodyPr spcFirstLastPara="1" wrap="square" lIns="0" tIns="0" rIns="0" bIns="0" anchor="t" anchorCtr="0">
            <a:noAutofit/>
          </a:bodyPr>
          <a:lstStyle>
            <a:lvl1pPr lvl="0">
              <a:lnSpc>
                <a:spcPct val="100000"/>
              </a:lnSpc>
              <a:spcBef>
                <a:spcPts val="0"/>
              </a:spcBef>
              <a:spcAft>
                <a:spcPts val="0"/>
              </a:spcAft>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SzPts val="1000"/>
              <a:buFont typeface="Poppins SemiBold"/>
              <a:buNone/>
              <a:defRPr sz="1000">
                <a:latin typeface="Poppins SemiBold"/>
                <a:ea typeface="Poppins SemiBold"/>
                <a:cs typeface="Poppins SemiBold"/>
                <a:sym typeface="Poppins SemiBold"/>
              </a:defRPr>
            </a:lvl2pPr>
            <a:lvl3pPr lvl="2">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3pPr>
            <a:lvl4pPr lvl="3">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4pPr>
            <a:lvl5pPr lvl="4">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5pPr>
            <a:lvl6pPr lvl="5">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6pPr>
            <a:lvl7pPr lvl="6">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7pPr>
            <a:lvl8pPr lvl="7">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8pPr>
            <a:lvl9pPr lvl="8">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9pPr>
          </a:lstStyle>
          <a:p>
            <a:endParaRPr/>
          </a:p>
        </p:txBody>
      </p:sp>
      <p:sp>
        <p:nvSpPr>
          <p:cNvPr id="114" name="Google Shape;114;p21"/>
          <p:cNvSpPr txBox="1">
            <a:spLocks noGrp="1"/>
          </p:cNvSpPr>
          <p:nvPr>
            <p:ph type="subTitle" idx="5"/>
          </p:nvPr>
        </p:nvSpPr>
        <p:spPr>
          <a:xfrm>
            <a:off x="914400" y="3256584"/>
            <a:ext cx="1373400" cy="544500"/>
          </a:xfrm>
          <a:prstGeom prst="rect">
            <a:avLst/>
          </a:prstGeom>
        </p:spPr>
        <p:txBody>
          <a:bodyPr spcFirstLastPara="1" wrap="square" lIns="0" tIns="0" rIns="0" bIns="0" anchor="t" anchorCtr="0">
            <a:noAutofit/>
          </a:bodyPr>
          <a:lstStyle>
            <a:lvl1pPr lvl="0">
              <a:lnSpc>
                <a:spcPct val="100000"/>
              </a:lnSpc>
              <a:spcBef>
                <a:spcPts val="0"/>
              </a:spcBef>
              <a:spcAft>
                <a:spcPts val="0"/>
              </a:spcAft>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SzPts val="1000"/>
              <a:buFont typeface="Poppins SemiBold"/>
              <a:buNone/>
              <a:defRPr sz="1000">
                <a:latin typeface="Poppins SemiBold"/>
                <a:ea typeface="Poppins SemiBold"/>
                <a:cs typeface="Poppins SemiBold"/>
                <a:sym typeface="Poppins SemiBold"/>
              </a:defRPr>
            </a:lvl2pPr>
            <a:lvl3pPr lvl="2">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3pPr>
            <a:lvl4pPr lvl="3">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4pPr>
            <a:lvl5pPr lvl="4">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5pPr>
            <a:lvl6pPr lvl="5">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6pPr>
            <a:lvl7pPr lvl="6">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7pPr>
            <a:lvl8pPr lvl="7">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8pPr>
            <a:lvl9pPr lvl="8">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9pPr>
          </a:lstStyle>
          <a:p>
            <a:endParaRPr/>
          </a:p>
        </p:txBody>
      </p:sp>
      <p:sp>
        <p:nvSpPr>
          <p:cNvPr id="115" name="Google Shape;115;p21"/>
          <p:cNvSpPr txBox="1">
            <a:spLocks noGrp="1"/>
          </p:cNvSpPr>
          <p:nvPr>
            <p:ph type="title"/>
          </p:nvPr>
        </p:nvSpPr>
        <p:spPr>
          <a:xfrm>
            <a:off x="571500" y="800100"/>
            <a:ext cx="5825700" cy="914400"/>
          </a:xfrm>
          <a:prstGeom prst="rect">
            <a:avLst/>
          </a:prstGeom>
        </p:spPr>
        <p:txBody>
          <a:bodyPr spcFirstLastPara="1" wrap="square" lIns="0" tIns="0" rIns="0" bIns="0" anchor="ctr" anchorCtr="0">
            <a:noAutofit/>
          </a:bodyPr>
          <a:lstStyle>
            <a:lvl1pPr lvl="0">
              <a:spcBef>
                <a:spcPts val="0"/>
              </a:spcBef>
              <a:spcAft>
                <a:spcPts val="0"/>
              </a:spcAft>
              <a:buSzPts val="1800"/>
              <a:buNone/>
              <a:defRPr b="1"/>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116" name="Google Shape;116;p21"/>
          <p:cNvSpPr txBox="1">
            <a:spLocks noGrp="1"/>
          </p:cNvSpPr>
          <p:nvPr>
            <p:ph type="body" idx="6"/>
          </p:nvPr>
        </p:nvSpPr>
        <p:spPr>
          <a:xfrm>
            <a:off x="2741350" y="2485550"/>
            <a:ext cx="3655800" cy="544500"/>
          </a:xfrm>
          <a:prstGeom prst="rect">
            <a:avLst/>
          </a:prstGeom>
        </p:spPr>
        <p:txBody>
          <a:bodyPr spcFirstLastPara="1" wrap="square" lIns="0" tIns="0" rIns="0" bIns="0" anchor="t" anchorCtr="0">
            <a:noAutofit/>
          </a:bodyPr>
          <a:lstStyle>
            <a:lvl1pPr marL="457200" lvl="0" indent="-304800">
              <a:spcBef>
                <a:spcPts val="0"/>
              </a:spcBef>
              <a:spcAft>
                <a:spcPts val="0"/>
              </a:spcAft>
              <a:buClr>
                <a:schemeClr val="accent1"/>
              </a:buClr>
              <a:buSzPts val="1200"/>
              <a:buChar char="●"/>
              <a:defRPr sz="1200"/>
            </a:lvl1pPr>
            <a:lvl2pPr marL="914400" lvl="1" indent="-304800">
              <a:spcBef>
                <a:spcPts val="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
        <p:nvSpPr>
          <p:cNvPr id="117" name="Google Shape;117;p21"/>
          <p:cNvSpPr txBox="1">
            <a:spLocks noGrp="1"/>
          </p:cNvSpPr>
          <p:nvPr>
            <p:ph type="body" idx="7"/>
          </p:nvPr>
        </p:nvSpPr>
        <p:spPr>
          <a:xfrm>
            <a:off x="2741350" y="3252700"/>
            <a:ext cx="3655800" cy="544500"/>
          </a:xfrm>
          <a:prstGeom prst="rect">
            <a:avLst/>
          </a:prstGeom>
        </p:spPr>
        <p:txBody>
          <a:bodyPr spcFirstLastPara="1" wrap="square" lIns="0" tIns="0" rIns="0" bIns="0" anchor="t" anchorCtr="0">
            <a:noAutofit/>
          </a:bodyPr>
          <a:lstStyle>
            <a:lvl1pPr marL="457200" lvl="0" indent="-304800">
              <a:spcBef>
                <a:spcPts val="0"/>
              </a:spcBef>
              <a:spcAft>
                <a:spcPts val="0"/>
              </a:spcAft>
              <a:buClr>
                <a:schemeClr val="accent1"/>
              </a:buClr>
              <a:buSzPts val="1200"/>
              <a:buChar char="●"/>
              <a:defRPr sz="1200"/>
            </a:lvl1pPr>
            <a:lvl2pPr marL="914400" lvl="1" indent="-304800">
              <a:spcBef>
                <a:spcPts val="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
        <p:nvSpPr>
          <p:cNvPr id="118" name="Google Shape;118;p21"/>
          <p:cNvSpPr txBox="1">
            <a:spLocks noGrp="1"/>
          </p:cNvSpPr>
          <p:nvPr>
            <p:ph type="body" idx="8"/>
          </p:nvPr>
        </p:nvSpPr>
        <p:spPr>
          <a:xfrm>
            <a:off x="2741350" y="4019850"/>
            <a:ext cx="3655800" cy="544500"/>
          </a:xfrm>
          <a:prstGeom prst="rect">
            <a:avLst/>
          </a:prstGeom>
        </p:spPr>
        <p:txBody>
          <a:bodyPr spcFirstLastPara="1" wrap="square" lIns="0" tIns="0" rIns="0" bIns="0" anchor="t" anchorCtr="0">
            <a:noAutofit/>
          </a:bodyPr>
          <a:lstStyle>
            <a:lvl1pPr marL="457200" lvl="0" indent="-304800">
              <a:spcBef>
                <a:spcPts val="0"/>
              </a:spcBef>
              <a:spcAft>
                <a:spcPts val="0"/>
              </a:spcAft>
              <a:buClr>
                <a:schemeClr val="accent1"/>
              </a:buClr>
              <a:buSzPts val="1200"/>
              <a:buChar char="●"/>
              <a:defRPr sz="1200"/>
            </a:lvl1pPr>
            <a:lvl2pPr marL="914400" lvl="1" indent="-304800">
              <a:spcBef>
                <a:spcPts val="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Tree>
  </p:cSld>
  <p:clrMapOvr>
    <a:masterClrMapping/>
  </p:clrMapOvr>
  <p:extLst>
    <p:ext uri="{DCECCB84-F9BA-43D5-87BE-67443E8EF086}">
      <p15:sldGuideLst xmlns:p15="http://schemas.microsoft.com/office/powerpoint/2012/main">
        <p15:guide id="1" pos="576">
          <p15:clr>
            <a:srgbClr val="E46962"/>
          </p15:clr>
        </p15:guide>
        <p15:guide id="2" pos="1747">
          <p15:clr>
            <a:srgbClr val="E46962"/>
          </p15:clr>
        </p15:guide>
        <p15:guide id="3" pos="4030">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9"/>
        <p:cNvGrpSpPr/>
        <p:nvPr/>
      </p:nvGrpSpPr>
      <p:grpSpPr>
        <a:xfrm>
          <a:off x="0" y="0"/>
          <a:ext cx="0" cy="0"/>
          <a:chOff x="0" y="0"/>
          <a:chExt cx="0" cy="0"/>
        </a:xfrm>
      </p:grpSpPr>
      <p:sp>
        <p:nvSpPr>
          <p:cNvPr id="120" name="Google Shape;120;p22"/>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
        <p:nvSpPr>
          <p:cNvPr id="121" name="Google Shape;121;p22"/>
          <p:cNvSpPr txBox="1">
            <a:spLocks noGrp="1"/>
          </p:cNvSpPr>
          <p:nvPr>
            <p:ph type="title"/>
          </p:nvPr>
        </p:nvSpPr>
        <p:spPr>
          <a:xfrm>
            <a:off x="571500" y="800100"/>
            <a:ext cx="8001000" cy="914400"/>
          </a:xfrm>
          <a:prstGeom prst="rect">
            <a:avLst/>
          </a:prstGeom>
        </p:spPr>
        <p:txBody>
          <a:bodyPr spcFirstLastPara="1" wrap="square" lIns="0" tIns="0" rIns="0" bIns="0" anchor="ctr" anchorCtr="0">
            <a:noAutofit/>
          </a:bodyPr>
          <a:lstStyle>
            <a:lvl1pPr lvl="0">
              <a:spcBef>
                <a:spcPts val="0"/>
              </a:spcBef>
              <a:spcAft>
                <a:spcPts val="0"/>
              </a:spcAft>
              <a:buSzPts val="1800"/>
              <a:buNone/>
              <a:defRPr b="1"/>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 Full width visual">
  <p:cSld name="TITLE_ONLY_1">
    <p:spTree>
      <p:nvGrpSpPr>
        <p:cNvPr id="1" name="Shape 122"/>
        <p:cNvGrpSpPr/>
        <p:nvPr/>
      </p:nvGrpSpPr>
      <p:grpSpPr>
        <a:xfrm>
          <a:off x="0" y="0"/>
          <a:ext cx="0" cy="0"/>
          <a:chOff x="0" y="0"/>
          <a:chExt cx="0" cy="0"/>
        </a:xfrm>
      </p:grpSpPr>
      <p:sp>
        <p:nvSpPr>
          <p:cNvPr id="123" name="Google Shape;123;p23"/>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
        <p:nvSpPr>
          <p:cNvPr id="124" name="Google Shape;124;p23"/>
          <p:cNvSpPr txBox="1">
            <a:spLocks noGrp="1"/>
          </p:cNvSpPr>
          <p:nvPr>
            <p:ph type="title"/>
          </p:nvPr>
        </p:nvSpPr>
        <p:spPr>
          <a:xfrm>
            <a:off x="571500" y="800100"/>
            <a:ext cx="8001000" cy="914400"/>
          </a:xfrm>
          <a:prstGeom prst="rect">
            <a:avLst/>
          </a:prstGeom>
        </p:spPr>
        <p:txBody>
          <a:bodyPr spcFirstLastPara="1" wrap="square" lIns="0" tIns="0" rIns="0" bIns="0" anchor="ctr" anchorCtr="0">
            <a:noAutofit/>
          </a:bodyPr>
          <a:lstStyle>
            <a:lvl1pPr lvl="0">
              <a:spcBef>
                <a:spcPts val="0"/>
              </a:spcBef>
              <a:spcAft>
                <a:spcPts val="0"/>
              </a:spcAft>
              <a:buSzPts val="1800"/>
              <a:buNone/>
              <a:defRPr b="1"/>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125" name="Google Shape;125;p23"/>
          <p:cNvSpPr>
            <a:spLocks noGrp="1"/>
          </p:cNvSpPr>
          <p:nvPr>
            <p:ph type="pic" idx="2"/>
          </p:nvPr>
        </p:nvSpPr>
        <p:spPr>
          <a:xfrm>
            <a:off x="944450" y="1711050"/>
            <a:ext cx="7283700" cy="2861100"/>
          </a:xfrm>
          <a:prstGeom prst="rect">
            <a:avLst/>
          </a:prstGeom>
          <a:noFill/>
          <a:ln>
            <a:noFill/>
          </a:ln>
        </p:spPr>
      </p:sp>
    </p:spTree>
  </p:cSld>
  <p:clrMapOvr>
    <a:masterClrMapping/>
  </p:clrMapOvr>
  <p:extLst>
    <p:ext uri="{DCECCB84-F9BA-43D5-87BE-67443E8EF086}">
      <p15:sldGuideLst xmlns:p15="http://schemas.microsoft.com/office/powerpoint/2012/main">
        <p15:guide id="1" pos="595">
          <p15:clr>
            <a:srgbClr val="E46962"/>
          </p15:clr>
        </p15:guide>
        <p15:guide id="2" pos="5183">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Exercise">
  <p:cSld name="CUSTOM_7">
    <p:spTree>
      <p:nvGrpSpPr>
        <p:cNvPr id="1" name="Shape 126"/>
        <p:cNvGrpSpPr/>
        <p:nvPr/>
      </p:nvGrpSpPr>
      <p:grpSpPr>
        <a:xfrm>
          <a:off x="0" y="0"/>
          <a:ext cx="0" cy="0"/>
          <a:chOff x="0" y="0"/>
          <a:chExt cx="0" cy="0"/>
        </a:xfrm>
      </p:grpSpPr>
      <p:sp>
        <p:nvSpPr>
          <p:cNvPr id="127" name="Google Shape;127;p24"/>
          <p:cNvSpPr txBox="1">
            <a:spLocks noGrp="1"/>
          </p:cNvSpPr>
          <p:nvPr>
            <p:ph type="subTitle" idx="1"/>
          </p:nvPr>
        </p:nvSpPr>
        <p:spPr>
          <a:xfrm>
            <a:off x="571500" y="4262700"/>
            <a:ext cx="3259200" cy="309300"/>
          </a:xfrm>
          <a:prstGeom prst="rect">
            <a:avLst/>
          </a:prstGeom>
          <a:solidFill>
            <a:schemeClr val="accent6"/>
          </a:solidFill>
        </p:spPr>
        <p:txBody>
          <a:bodyPr spcFirstLastPara="1" wrap="square" lIns="91425" tIns="91425" rIns="91425" bIns="91425" anchor="ctr" anchorCtr="0">
            <a:noAutofit/>
          </a:bodyPr>
          <a:lstStyle>
            <a:lvl1pPr lvl="0">
              <a:spcBef>
                <a:spcPts val="0"/>
              </a:spcBef>
              <a:spcAft>
                <a:spcPts val="0"/>
              </a:spcAft>
              <a:buSzPts val="1200"/>
              <a:buNone/>
              <a:defRPr sz="1000"/>
            </a:lvl1pPr>
            <a:lvl2pPr lvl="1">
              <a:spcBef>
                <a:spcPts val="1000"/>
              </a:spcBef>
              <a:spcAft>
                <a:spcPts val="0"/>
              </a:spcAft>
              <a:buSzPts val="1200"/>
              <a:buNone/>
              <a:defRPr/>
            </a:lvl2pPr>
            <a:lvl3pPr lvl="2">
              <a:spcBef>
                <a:spcPts val="1000"/>
              </a:spcBef>
              <a:spcAft>
                <a:spcPts val="0"/>
              </a:spcAft>
              <a:buSzPts val="1000"/>
              <a:buNone/>
              <a:defRPr/>
            </a:lvl3pPr>
            <a:lvl4pPr lvl="3">
              <a:spcBef>
                <a:spcPts val="1000"/>
              </a:spcBef>
              <a:spcAft>
                <a:spcPts val="0"/>
              </a:spcAft>
              <a:buSzPts val="1000"/>
              <a:buNone/>
              <a:defRPr/>
            </a:lvl4pPr>
            <a:lvl5pPr lvl="4">
              <a:spcBef>
                <a:spcPts val="1000"/>
              </a:spcBef>
              <a:spcAft>
                <a:spcPts val="0"/>
              </a:spcAft>
              <a:buSzPts val="1000"/>
              <a:buNone/>
              <a:defRPr/>
            </a:lvl5pPr>
            <a:lvl6pPr lvl="5">
              <a:spcBef>
                <a:spcPts val="1000"/>
              </a:spcBef>
              <a:spcAft>
                <a:spcPts val="0"/>
              </a:spcAft>
              <a:buSzPts val="1000"/>
              <a:buNone/>
              <a:defRPr/>
            </a:lvl6pPr>
            <a:lvl7pPr lvl="6">
              <a:spcBef>
                <a:spcPts val="1000"/>
              </a:spcBef>
              <a:spcAft>
                <a:spcPts val="0"/>
              </a:spcAft>
              <a:buSzPts val="1000"/>
              <a:buNone/>
              <a:defRPr/>
            </a:lvl7pPr>
            <a:lvl8pPr lvl="7">
              <a:spcBef>
                <a:spcPts val="1000"/>
              </a:spcBef>
              <a:spcAft>
                <a:spcPts val="0"/>
              </a:spcAft>
              <a:buSzPts val="1000"/>
              <a:buNone/>
              <a:defRPr/>
            </a:lvl8pPr>
            <a:lvl9pPr lvl="8">
              <a:spcBef>
                <a:spcPts val="1000"/>
              </a:spcBef>
              <a:spcAft>
                <a:spcPts val="1000"/>
              </a:spcAft>
              <a:buSzPts val="1000"/>
              <a:buNone/>
              <a:defRPr/>
            </a:lvl9pPr>
          </a:lstStyle>
          <a:p>
            <a:endParaRPr/>
          </a:p>
        </p:txBody>
      </p:sp>
      <p:sp>
        <p:nvSpPr>
          <p:cNvPr id="128" name="Google Shape;128;p24"/>
          <p:cNvSpPr txBox="1">
            <a:spLocks noGrp="1"/>
          </p:cNvSpPr>
          <p:nvPr>
            <p:ph type="title"/>
          </p:nvPr>
        </p:nvSpPr>
        <p:spPr>
          <a:xfrm>
            <a:off x="571500" y="800100"/>
            <a:ext cx="4000500" cy="914400"/>
          </a:xfrm>
          <a:prstGeom prst="rect">
            <a:avLst/>
          </a:prstGeom>
        </p:spPr>
        <p:txBody>
          <a:bodyPr spcFirstLastPara="1" wrap="square" lIns="0" tIns="0" rIns="0" bIns="0" anchor="ctr" anchorCtr="0">
            <a:noAutofit/>
          </a:bodyPr>
          <a:lstStyle>
            <a:lvl1pPr lvl="0">
              <a:spcBef>
                <a:spcPts val="0"/>
              </a:spcBef>
              <a:spcAft>
                <a:spcPts val="0"/>
              </a:spcAft>
              <a:buSzPts val="1800"/>
              <a:buNone/>
              <a:defRPr b="1"/>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129" name="Google Shape;129;p24"/>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pos="5184">
          <p15:clr>
            <a:srgbClr val="E46962"/>
          </p15:clr>
        </p15:guide>
        <p15:guide id="2" pos="576">
          <p15:clr>
            <a:srgbClr val="E46962"/>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Main point full width">
  <p:cSld name="MAIN_POINT">
    <p:bg>
      <p:bgPr>
        <a:solidFill>
          <a:schemeClr val="dk1"/>
        </a:solidFill>
        <a:effectLst/>
      </p:bgPr>
    </p:bg>
    <p:spTree>
      <p:nvGrpSpPr>
        <p:cNvPr id="1" name="Shape 130"/>
        <p:cNvGrpSpPr/>
        <p:nvPr/>
      </p:nvGrpSpPr>
      <p:grpSpPr>
        <a:xfrm>
          <a:off x="0" y="0"/>
          <a:ext cx="0" cy="0"/>
          <a:chOff x="0" y="0"/>
          <a:chExt cx="0" cy="0"/>
        </a:xfrm>
      </p:grpSpPr>
      <p:sp>
        <p:nvSpPr>
          <p:cNvPr id="131" name="Google Shape;131;p25"/>
          <p:cNvSpPr txBox="1">
            <a:spLocks noGrp="1"/>
          </p:cNvSpPr>
          <p:nvPr>
            <p:ph type="title"/>
          </p:nvPr>
        </p:nvSpPr>
        <p:spPr>
          <a:xfrm>
            <a:off x="905175" y="800100"/>
            <a:ext cx="7333800" cy="3771900"/>
          </a:xfrm>
          <a:prstGeom prst="rect">
            <a:avLst/>
          </a:prstGeom>
        </p:spPr>
        <p:txBody>
          <a:bodyPr spcFirstLastPara="1" wrap="square" lIns="0" tIns="0" rIns="0" bIns="0" anchor="ctr" anchorCtr="0">
            <a:noAutofit/>
          </a:bodyPr>
          <a:lstStyle>
            <a:lvl1pPr lvl="0" algn="ctr">
              <a:lnSpc>
                <a:spcPct val="100000"/>
              </a:lnSpc>
              <a:spcBef>
                <a:spcPts val="0"/>
              </a:spcBef>
              <a:spcAft>
                <a:spcPts val="0"/>
              </a:spcAft>
              <a:buClr>
                <a:schemeClr val="lt1"/>
              </a:buClr>
              <a:buSzPts val="3200"/>
              <a:buNone/>
              <a:defRPr sz="3200">
                <a:solidFill>
                  <a:schemeClr val="lt1"/>
                </a:solidFill>
              </a:defRPr>
            </a:lvl1pPr>
            <a:lvl2pPr lvl="1" algn="ctr">
              <a:lnSpc>
                <a:spcPct val="100000"/>
              </a:lnSpc>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2pPr>
            <a:lvl3pPr lvl="2" algn="ctr">
              <a:lnSpc>
                <a:spcPct val="100000"/>
              </a:lnSpc>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3pPr>
            <a:lvl4pPr lvl="3" algn="ctr">
              <a:lnSpc>
                <a:spcPct val="100000"/>
              </a:lnSpc>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4pPr>
            <a:lvl5pPr lvl="4" algn="ctr">
              <a:lnSpc>
                <a:spcPct val="100000"/>
              </a:lnSpc>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5pPr>
            <a:lvl6pPr lvl="5" algn="ctr">
              <a:lnSpc>
                <a:spcPct val="100000"/>
              </a:lnSpc>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6pPr>
            <a:lvl7pPr lvl="6" algn="ctr">
              <a:lnSpc>
                <a:spcPct val="100000"/>
              </a:lnSpc>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7pPr>
            <a:lvl8pPr lvl="7" algn="ctr">
              <a:lnSpc>
                <a:spcPct val="100000"/>
              </a:lnSpc>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8pPr>
            <a:lvl9pPr lvl="8" algn="ctr">
              <a:lnSpc>
                <a:spcPct val="100000"/>
              </a:lnSpc>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9pPr>
          </a:lstStyle>
          <a:p>
            <a:endParaRPr/>
          </a:p>
        </p:txBody>
      </p:sp>
      <p:sp>
        <p:nvSpPr>
          <p:cNvPr id="132" name="Google Shape;132;p25"/>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pos="570">
          <p15:clr>
            <a:srgbClr val="E46962"/>
          </p15:clr>
        </p15:guide>
        <p15:guide id="2" pos="5190">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Main point half screen">
  <p:cSld name="MAIN_POINT_1">
    <p:bg>
      <p:bgPr>
        <a:solidFill>
          <a:schemeClr val="dk2"/>
        </a:solidFill>
        <a:effectLst/>
      </p:bgPr>
    </p:bg>
    <p:spTree>
      <p:nvGrpSpPr>
        <p:cNvPr id="1" name="Shape 133"/>
        <p:cNvGrpSpPr/>
        <p:nvPr/>
      </p:nvGrpSpPr>
      <p:grpSpPr>
        <a:xfrm>
          <a:off x="0" y="0"/>
          <a:ext cx="0" cy="0"/>
          <a:chOff x="0" y="0"/>
          <a:chExt cx="0" cy="0"/>
        </a:xfrm>
      </p:grpSpPr>
      <p:sp>
        <p:nvSpPr>
          <p:cNvPr id="134" name="Google Shape;134;p26"/>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
        <p:nvSpPr>
          <p:cNvPr id="135" name="Google Shape;135;p26"/>
          <p:cNvSpPr txBox="1">
            <a:spLocks noGrp="1"/>
          </p:cNvSpPr>
          <p:nvPr>
            <p:ph type="title"/>
          </p:nvPr>
        </p:nvSpPr>
        <p:spPr>
          <a:xfrm>
            <a:off x="571500" y="909025"/>
            <a:ext cx="4000500" cy="36630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lt1"/>
              </a:buClr>
              <a:buSzPts val="3200"/>
              <a:buFont typeface="Poppins SemiBold"/>
              <a:buNone/>
              <a:defRPr sz="3200" b="0">
                <a:solidFill>
                  <a:schemeClr val="lt1"/>
                </a:solidFill>
                <a:latin typeface="Poppins SemiBold"/>
                <a:ea typeface="Poppins SemiBold"/>
                <a:cs typeface="Poppins SemiBold"/>
                <a:sym typeface="Poppins SemiBold"/>
              </a:defRPr>
            </a:lvl1pPr>
            <a:lvl2pPr lvl="1">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2pPr>
            <a:lvl3pPr lvl="2">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3pPr>
            <a:lvl4pPr lvl="3">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4pPr>
            <a:lvl5pPr lvl="4">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5pPr>
            <a:lvl6pPr lvl="5">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6pPr>
            <a:lvl7pPr lvl="6">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7pPr>
            <a:lvl8pPr lvl="7">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8pPr>
            <a:lvl9pPr lvl="8">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9pPr>
          </a:lstStyle>
          <a:p>
            <a:endParaRPr/>
          </a:p>
        </p:txBody>
      </p:sp>
    </p:spTree>
  </p:cSld>
  <p:clrMapOvr>
    <a:masterClrMapping/>
  </p:clrMapOvr>
  <p:extLst>
    <p:ext uri="{DCECCB84-F9BA-43D5-87BE-67443E8EF086}">
      <p15:sldGuideLst xmlns:p15="http://schemas.microsoft.com/office/powerpoint/2012/main">
        <p15:guide id="1" pos="2880">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Main point + picture">
  <p:cSld name="CAPTION_ONLY">
    <p:bg>
      <p:bgPr>
        <a:solidFill>
          <a:schemeClr val="lt2"/>
        </a:solidFill>
        <a:effectLst/>
      </p:bgPr>
    </p:bg>
    <p:spTree>
      <p:nvGrpSpPr>
        <p:cNvPr id="1" name="Shape 136"/>
        <p:cNvGrpSpPr/>
        <p:nvPr/>
      </p:nvGrpSpPr>
      <p:grpSpPr>
        <a:xfrm>
          <a:off x="0" y="0"/>
          <a:ext cx="0" cy="0"/>
          <a:chOff x="0" y="0"/>
          <a:chExt cx="0" cy="0"/>
        </a:xfrm>
      </p:grpSpPr>
      <p:sp>
        <p:nvSpPr>
          <p:cNvPr id="137" name="Google Shape;137;p27"/>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
        <p:nvSpPr>
          <p:cNvPr id="138" name="Google Shape;138;p27"/>
          <p:cNvSpPr txBox="1">
            <a:spLocks noGrp="1"/>
          </p:cNvSpPr>
          <p:nvPr>
            <p:ph type="title"/>
          </p:nvPr>
        </p:nvSpPr>
        <p:spPr>
          <a:xfrm>
            <a:off x="905175" y="571500"/>
            <a:ext cx="3666900" cy="4000500"/>
          </a:xfrm>
          <a:prstGeom prst="rect">
            <a:avLst/>
          </a:prstGeom>
        </p:spPr>
        <p:txBody>
          <a:bodyPr spcFirstLastPara="1" wrap="square" lIns="0" tIns="0" rIns="0" bIns="0" anchor="ctr" anchorCtr="0">
            <a:noAutofit/>
          </a:bodyPr>
          <a:lstStyle>
            <a:lvl1pPr lvl="0">
              <a:lnSpc>
                <a:spcPct val="115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2pPr>
            <a:lvl3pPr lvl="2">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3pPr>
            <a:lvl4pPr lvl="3">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4pPr>
            <a:lvl5pPr lvl="4">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5pPr>
            <a:lvl6pPr lvl="5">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6pPr>
            <a:lvl7pPr lvl="6">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7pPr>
            <a:lvl8pPr lvl="7">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8pPr>
            <a:lvl9pPr lvl="8">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9pPr>
          </a:lstStyle>
          <a:p>
            <a:endParaRPr/>
          </a:p>
        </p:txBody>
      </p:sp>
      <p:sp>
        <p:nvSpPr>
          <p:cNvPr id="139" name="Google Shape;139;p27"/>
          <p:cNvSpPr>
            <a:spLocks noGrp="1"/>
          </p:cNvSpPr>
          <p:nvPr>
            <p:ph type="pic" idx="2"/>
          </p:nvPr>
        </p:nvSpPr>
        <p:spPr>
          <a:xfrm>
            <a:off x="5028888" y="962700"/>
            <a:ext cx="3218100" cy="3218100"/>
          </a:xfrm>
          <a:prstGeom prst="roundRect">
            <a:avLst>
              <a:gd name="adj" fmla="val 1254"/>
            </a:avLst>
          </a:prstGeom>
          <a:noFill/>
          <a:ln>
            <a:noFill/>
          </a:ln>
        </p:spPr>
      </p:sp>
    </p:spTree>
  </p:cSld>
  <p:clrMapOvr>
    <a:masterClrMapping/>
  </p:clrMapOvr>
  <p:extLst>
    <p:ext uri="{DCECCB84-F9BA-43D5-87BE-67443E8EF086}">
      <p15:sldGuideLst xmlns:p15="http://schemas.microsoft.com/office/powerpoint/2012/main">
        <p15:guide id="1" pos="570">
          <p15:clr>
            <a:srgbClr val="E46962"/>
          </p15:clr>
        </p15:guide>
        <p15:guide id="2" pos="5190">
          <p15:clr>
            <a:srgbClr val="E46962"/>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Full width Quote ">
  <p:cSld name="CUSTOM_4_1">
    <p:bg>
      <p:bgPr>
        <a:solidFill>
          <a:schemeClr val="dk1"/>
        </a:solidFill>
        <a:effectLst/>
      </p:bgPr>
    </p:bg>
    <p:spTree>
      <p:nvGrpSpPr>
        <p:cNvPr id="1" name="Shape 140"/>
        <p:cNvGrpSpPr/>
        <p:nvPr/>
      </p:nvGrpSpPr>
      <p:grpSpPr>
        <a:xfrm>
          <a:off x="0" y="0"/>
          <a:ext cx="0" cy="0"/>
          <a:chOff x="0" y="0"/>
          <a:chExt cx="0" cy="0"/>
        </a:xfrm>
      </p:grpSpPr>
      <p:sp>
        <p:nvSpPr>
          <p:cNvPr id="141" name="Google Shape;141;p28"/>
          <p:cNvSpPr txBox="1">
            <a:spLocks noGrp="1"/>
          </p:cNvSpPr>
          <p:nvPr>
            <p:ph type="title"/>
          </p:nvPr>
        </p:nvSpPr>
        <p:spPr>
          <a:xfrm>
            <a:off x="917425" y="3711750"/>
            <a:ext cx="3654600" cy="415200"/>
          </a:xfrm>
          <a:prstGeom prst="rect">
            <a:avLst/>
          </a:prstGeom>
        </p:spPr>
        <p:txBody>
          <a:bodyPr spcFirstLastPara="1" wrap="square" lIns="0" tIns="0" rIns="0" bIns="0" anchor="t" anchorCtr="0">
            <a:noAutofit/>
          </a:bodyPr>
          <a:lstStyle>
            <a:lvl1pPr lvl="0">
              <a:spcBef>
                <a:spcPts val="0"/>
              </a:spcBef>
              <a:spcAft>
                <a:spcPts val="0"/>
              </a:spcAft>
              <a:buClr>
                <a:srgbClr val="97B0CE"/>
              </a:buClr>
              <a:buSzPts val="1800"/>
              <a:buFont typeface="Poppins SemiBold"/>
              <a:buNone/>
              <a:defRPr b="0">
                <a:solidFill>
                  <a:srgbClr val="97B0CE"/>
                </a:solidFill>
                <a:latin typeface="Poppins SemiBold"/>
                <a:ea typeface="Poppins SemiBold"/>
                <a:cs typeface="Poppins SemiBold"/>
                <a:sym typeface="Poppins SemiBold"/>
              </a:defRPr>
            </a:lvl1pPr>
            <a:lvl2pPr lvl="1">
              <a:spcBef>
                <a:spcPts val="0"/>
              </a:spcBef>
              <a:spcAft>
                <a:spcPts val="0"/>
              </a:spcAft>
              <a:buClr>
                <a:srgbClr val="97B0CE"/>
              </a:buClr>
              <a:buSzPts val="1800"/>
              <a:buFont typeface="Poppins SemiBold"/>
              <a:buNone/>
              <a:defRPr>
                <a:solidFill>
                  <a:srgbClr val="97B0CE"/>
                </a:solidFill>
                <a:latin typeface="Poppins SemiBold"/>
                <a:ea typeface="Poppins SemiBold"/>
                <a:cs typeface="Poppins SemiBold"/>
                <a:sym typeface="Poppins SemiBold"/>
              </a:defRPr>
            </a:lvl2pPr>
            <a:lvl3pPr lvl="2">
              <a:spcBef>
                <a:spcPts val="0"/>
              </a:spcBef>
              <a:spcAft>
                <a:spcPts val="0"/>
              </a:spcAft>
              <a:buClr>
                <a:srgbClr val="97B0CE"/>
              </a:buClr>
              <a:buSzPts val="1800"/>
              <a:buFont typeface="Poppins SemiBold"/>
              <a:buNone/>
              <a:defRPr>
                <a:solidFill>
                  <a:srgbClr val="97B0CE"/>
                </a:solidFill>
                <a:latin typeface="Poppins SemiBold"/>
                <a:ea typeface="Poppins SemiBold"/>
                <a:cs typeface="Poppins SemiBold"/>
                <a:sym typeface="Poppins SemiBold"/>
              </a:defRPr>
            </a:lvl3pPr>
            <a:lvl4pPr lvl="3">
              <a:spcBef>
                <a:spcPts val="0"/>
              </a:spcBef>
              <a:spcAft>
                <a:spcPts val="0"/>
              </a:spcAft>
              <a:buClr>
                <a:srgbClr val="97B0CE"/>
              </a:buClr>
              <a:buSzPts val="1800"/>
              <a:buFont typeface="Poppins SemiBold"/>
              <a:buNone/>
              <a:defRPr>
                <a:solidFill>
                  <a:srgbClr val="97B0CE"/>
                </a:solidFill>
                <a:latin typeface="Poppins SemiBold"/>
                <a:ea typeface="Poppins SemiBold"/>
                <a:cs typeface="Poppins SemiBold"/>
                <a:sym typeface="Poppins SemiBold"/>
              </a:defRPr>
            </a:lvl4pPr>
            <a:lvl5pPr lvl="4">
              <a:spcBef>
                <a:spcPts val="0"/>
              </a:spcBef>
              <a:spcAft>
                <a:spcPts val="0"/>
              </a:spcAft>
              <a:buClr>
                <a:srgbClr val="97B0CE"/>
              </a:buClr>
              <a:buSzPts val="1800"/>
              <a:buFont typeface="Poppins SemiBold"/>
              <a:buNone/>
              <a:defRPr>
                <a:solidFill>
                  <a:srgbClr val="97B0CE"/>
                </a:solidFill>
                <a:latin typeface="Poppins SemiBold"/>
                <a:ea typeface="Poppins SemiBold"/>
                <a:cs typeface="Poppins SemiBold"/>
                <a:sym typeface="Poppins SemiBold"/>
              </a:defRPr>
            </a:lvl5pPr>
            <a:lvl6pPr lvl="5">
              <a:spcBef>
                <a:spcPts val="0"/>
              </a:spcBef>
              <a:spcAft>
                <a:spcPts val="0"/>
              </a:spcAft>
              <a:buClr>
                <a:srgbClr val="97B0CE"/>
              </a:buClr>
              <a:buSzPts val="1800"/>
              <a:buFont typeface="Poppins SemiBold"/>
              <a:buNone/>
              <a:defRPr>
                <a:solidFill>
                  <a:srgbClr val="97B0CE"/>
                </a:solidFill>
                <a:latin typeface="Poppins SemiBold"/>
                <a:ea typeface="Poppins SemiBold"/>
                <a:cs typeface="Poppins SemiBold"/>
                <a:sym typeface="Poppins SemiBold"/>
              </a:defRPr>
            </a:lvl6pPr>
            <a:lvl7pPr lvl="6">
              <a:spcBef>
                <a:spcPts val="0"/>
              </a:spcBef>
              <a:spcAft>
                <a:spcPts val="0"/>
              </a:spcAft>
              <a:buClr>
                <a:srgbClr val="97B0CE"/>
              </a:buClr>
              <a:buSzPts val="1800"/>
              <a:buFont typeface="Poppins SemiBold"/>
              <a:buNone/>
              <a:defRPr>
                <a:solidFill>
                  <a:srgbClr val="97B0CE"/>
                </a:solidFill>
                <a:latin typeface="Poppins SemiBold"/>
                <a:ea typeface="Poppins SemiBold"/>
                <a:cs typeface="Poppins SemiBold"/>
                <a:sym typeface="Poppins SemiBold"/>
              </a:defRPr>
            </a:lvl7pPr>
            <a:lvl8pPr lvl="7">
              <a:spcBef>
                <a:spcPts val="0"/>
              </a:spcBef>
              <a:spcAft>
                <a:spcPts val="0"/>
              </a:spcAft>
              <a:buClr>
                <a:srgbClr val="97B0CE"/>
              </a:buClr>
              <a:buSzPts val="1800"/>
              <a:buFont typeface="Poppins SemiBold"/>
              <a:buNone/>
              <a:defRPr>
                <a:solidFill>
                  <a:srgbClr val="97B0CE"/>
                </a:solidFill>
                <a:latin typeface="Poppins SemiBold"/>
                <a:ea typeface="Poppins SemiBold"/>
                <a:cs typeface="Poppins SemiBold"/>
                <a:sym typeface="Poppins SemiBold"/>
              </a:defRPr>
            </a:lvl8pPr>
            <a:lvl9pPr lvl="8">
              <a:spcBef>
                <a:spcPts val="0"/>
              </a:spcBef>
              <a:spcAft>
                <a:spcPts val="0"/>
              </a:spcAft>
              <a:buClr>
                <a:srgbClr val="97B0CE"/>
              </a:buClr>
              <a:buSzPts val="1800"/>
              <a:buFont typeface="Poppins SemiBold"/>
              <a:buNone/>
              <a:defRPr>
                <a:solidFill>
                  <a:srgbClr val="97B0CE"/>
                </a:solidFill>
                <a:latin typeface="Poppins SemiBold"/>
                <a:ea typeface="Poppins SemiBold"/>
                <a:cs typeface="Poppins SemiBold"/>
                <a:sym typeface="Poppins SemiBold"/>
              </a:defRPr>
            </a:lvl9pPr>
          </a:lstStyle>
          <a:p>
            <a:endParaRPr/>
          </a:p>
        </p:txBody>
      </p:sp>
      <p:sp>
        <p:nvSpPr>
          <p:cNvPr id="142" name="Google Shape;142;p28"/>
          <p:cNvSpPr txBox="1">
            <a:spLocks noGrp="1"/>
          </p:cNvSpPr>
          <p:nvPr>
            <p:ph type="subTitle" idx="1"/>
          </p:nvPr>
        </p:nvSpPr>
        <p:spPr>
          <a:xfrm>
            <a:off x="917425" y="1714500"/>
            <a:ext cx="5483400" cy="1923000"/>
          </a:xfrm>
          <a:prstGeom prst="rect">
            <a:avLst/>
          </a:prstGeom>
        </p:spPr>
        <p:txBody>
          <a:bodyPr spcFirstLastPara="1" wrap="square" lIns="0" tIns="0" rIns="0" bIns="0" anchor="ctr" anchorCtr="0">
            <a:noAutofit/>
          </a:bodyPr>
          <a:lstStyle>
            <a:lvl1pPr lvl="0">
              <a:lnSpc>
                <a:spcPct val="100000"/>
              </a:lnSpc>
              <a:spcBef>
                <a:spcPts val="0"/>
              </a:spcBef>
              <a:spcAft>
                <a:spcPts val="0"/>
              </a:spcAft>
              <a:buSzPts val="3200"/>
              <a:buNone/>
              <a:defRPr sz="3200" b="1">
                <a:solidFill>
                  <a:schemeClr val="lt1"/>
                </a:solidFill>
                <a:latin typeface="Poppins"/>
                <a:ea typeface="Poppins"/>
                <a:cs typeface="Poppins"/>
                <a:sym typeface="Poppins"/>
              </a:defRPr>
            </a:lvl1pPr>
            <a:lvl2pPr lvl="1">
              <a:lnSpc>
                <a:spcPct val="100000"/>
              </a:lnSpc>
              <a:spcBef>
                <a:spcPts val="0"/>
              </a:spcBef>
              <a:spcAft>
                <a:spcPts val="0"/>
              </a:spcAft>
              <a:buSzPts val="3200"/>
              <a:buNone/>
              <a:defRPr sz="3200"/>
            </a:lvl2pPr>
            <a:lvl3pPr lvl="2">
              <a:lnSpc>
                <a:spcPct val="100000"/>
              </a:lnSpc>
              <a:spcBef>
                <a:spcPts val="1000"/>
              </a:spcBef>
              <a:spcAft>
                <a:spcPts val="0"/>
              </a:spcAft>
              <a:buSzPts val="3200"/>
              <a:buNone/>
              <a:defRPr sz="3200"/>
            </a:lvl3pPr>
            <a:lvl4pPr lvl="3">
              <a:lnSpc>
                <a:spcPct val="100000"/>
              </a:lnSpc>
              <a:spcBef>
                <a:spcPts val="1000"/>
              </a:spcBef>
              <a:spcAft>
                <a:spcPts val="0"/>
              </a:spcAft>
              <a:buSzPts val="3200"/>
              <a:buNone/>
              <a:defRPr sz="3200"/>
            </a:lvl4pPr>
            <a:lvl5pPr lvl="4">
              <a:lnSpc>
                <a:spcPct val="100000"/>
              </a:lnSpc>
              <a:spcBef>
                <a:spcPts val="1000"/>
              </a:spcBef>
              <a:spcAft>
                <a:spcPts val="0"/>
              </a:spcAft>
              <a:buSzPts val="3200"/>
              <a:buNone/>
              <a:defRPr sz="3200"/>
            </a:lvl5pPr>
            <a:lvl6pPr lvl="5">
              <a:lnSpc>
                <a:spcPct val="100000"/>
              </a:lnSpc>
              <a:spcBef>
                <a:spcPts val="1000"/>
              </a:spcBef>
              <a:spcAft>
                <a:spcPts val="0"/>
              </a:spcAft>
              <a:buSzPts val="3200"/>
              <a:buNone/>
              <a:defRPr sz="3200"/>
            </a:lvl6pPr>
            <a:lvl7pPr lvl="6">
              <a:lnSpc>
                <a:spcPct val="100000"/>
              </a:lnSpc>
              <a:spcBef>
                <a:spcPts val="1000"/>
              </a:spcBef>
              <a:spcAft>
                <a:spcPts val="0"/>
              </a:spcAft>
              <a:buSzPts val="3200"/>
              <a:buNone/>
              <a:defRPr sz="3200"/>
            </a:lvl7pPr>
            <a:lvl8pPr lvl="7">
              <a:lnSpc>
                <a:spcPct val="100000"/>
              </a:lnSpc>
              <a:spcBef>
                <a:spcPts val="1000"/>
              </a:spcBef>
              <a:spcAft>
                <a:spcPts val="0"/>
              </a:spcAft>
              <a:buSzPts val="3200"/>
              <a:buNone/>
              <a:defRPr sz="3200"/>
            </a:lvl8pPr>
            <a:lvl9pPr lvl="8">
              <a:lnSpc>
                <a:spcPct val="100000"/>
              </a:lnSpc>
              <a:spcBef>
                <a:spcPts val="1000"/>
              </a:spcBef>
              <a:spcAft>
                <a:spcPts val="1000"/>
              </a:spcAft>
              <a:buSzPts val="3200"/>
              <a:buNone/>
              <a:defRPr sz="3200"/>
            </a:lvl9pPr>
          </a:lstStyle>
          <a:p>
            <a:endParaRPr/>
          </a:p>
        </p:txBody>
      </p:sp>
      <p:sp>
        <p:nvSpPr>
          <p:cNvPr id="143" name="Google Shape;143;p28"/>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pos="578">
          <p15:clr>
            <a:srgbClr val="E46962"/>
          </p15:clr>
        </p15:guide>
        <p15:guide id="2" pos="4032">
          <p15:clr>
            <a:srgbClr val="E46962"/>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Quote + Picture Shield">
  <p:cSld name="CUSTOM_8">
    <p:spTree>
      <p:nvGrpSpPr>
        <p:cNvPr id="1" name="Shape 144"/>
        <p:cNvGrpSpPr/>
        <p:nvPr/>
      </p:nvGrpSpPr>
      <p:grpSpPr>
        <a:xfrm>
          <a:off x="0" y="0"/>
          <a:ext cx="0" cy="0"/>
          <a:chOff x="0" y="0"/>
          <a:chExt cx="0" cy="0"/>
        </a:xfrm>
      </p:grpSpPr>
      <p:sp>
        <p:nvSpPr>
          <p:cNvPr id="145" name="Google Shape;145;p29"/>
          <p:cNvSpPr txBox="1">
            <a:spLocks noGrp="1"/>
          </p:cNvSpPr>
          <p:nvPr>
            <p:ph type="title"/>
          </p:nvPr>
        </p:nvSpPr>
        <p:spPr>
          <a:xfrm>
            <a:off x="914400" y="1830350"/>
            <a:ext cx="3197700" cy="2741700"/>
          </a:xfrm>
          <a:prstGeom prst="rect">
            <a:avLst/>
          </a:prstGeom>
        </p:spPr>
        <p:txBody>
          <a:bodyPr spcFirstLastPara="1" wrap="square" lIns="0" tIns="0" rIns="0" bIns="0" anchor="t" anchorCtr="0">
            <a:noAutofit/>
          </a:bodyPr>
          <a:lstStyle>
            <a:lvl1pPr lvl="0">
              <a:spcBef>
                <a:spcPts val="0"/>
              </a:spcBef>
              <a:spcAft>
                <a:spcPts val="0"/>
              </a:spcAft>
              <a:buSzPts val="1400"/>
              <a:buFont typeface="Poppins SemiBold"/>
              <a:buNone/>
              <a:defRPr sz="1400" b="0">
                <a:latin typeface="Poppins SemiBold"/>
                <a:ea typeface="Poppins SemiBold"/>
                <a:cs typeface="Poppins SemiBold"/>
                <a:sym typeface="Poppins SemiBold"/>
              </a:defRPr>
            </a:lvl1pPr>
            <a:lvl2pPr lvl="1">
              <a:spcBef>
                <a:spcPts val="0"/>
              </a:spcBef>
              <a:spcAft>
                <a:spcPts val="0"/>
              </a:spcAft>
              <a:buSzPts val="1400"/>
              <a:buFont typeface="Poppins SemiBold"/>
              <a:buNone/>
              <a:defRPr sz="1400">
                <a:latin typeface="Poppins SemiBold"/>
                <a:ea typeface="Poppins SemiBold"/>
                <a:cs typeface="Poppins SemiBold"/>
                <a:sym typeface="Poppins SemiBold"/>
              </a:defRPr>
            </a:lvl2pPr>
            <a:lvl3pPr lvl="2">
              <a:spcBef>
                <a:spcPts val="0"/>
              </a:spcBef>
              <a:spcAft>
                <a:spcPts val="0"/>
              </a:spcAft>
              <a:buSzPts val="1400"/>
              <a:buFont typeface="Poppins SemiBold"/>
              <a:buNone/>
              <a:defRPr sz="1400">
                <a:latin typeface="Poppins SemiBold"/>
                <a:ea typeface="Poppins SemiBold"/>
                <a:cs typeface="Poppins SemiBold"/>
                <a:sym typeface="Poppins SemiBold"/>
              </a:defRPr>
            </a:lvl3pPr>
            <a:lvl4pPr lvl="3">
              <a:spcBef>
                <a:spcPts val="0"/>
              </a:spcBef>
              <a:spcAft>
                <a:spcPts val="0"/>
              </a:spcAft>
              <a:buSzPts val="1400"/>
              <a:buFont typeface="Poppins SemiBold"/>
              <a:buNone/>
              <a:defRPr sz="1400">
                <a:latin typeface="Poppins SemiBold"/>
                <a:ea typeface="Poppins SemiBold"/>
                <a:cs typeface="Poppins SemiBold"/>
                <a:sym typeface="Poppins SemiBold"/>
              </a:defRPr>
            </a:lvl4pPr>
            <a:lvl5pPr lvl="4">
              <a:spcBef>
                <a:spcPts val="0"/>
              </a:spcBef>
              <a:spcAft>
                <a:spcPts val="0"/>
              </a:spcAft>
              <a:buSzPts val="1400"/>
              <a:buFont typeface="Poppins SemiBold"/>
              <a:buNone/>
              <a:defRPr sz="1400">
                <a:latin typeface="Poppins SemiBold"/>
                <a:ea typeface="Poppins SemiBold"/>
                <a:cs typeface="Poppins SemiBold"/>
                <a:sym typeface="Poppins SemiBold"/>
              </a:defRPr>
            </a:lvl5pPr>
            <a:lvl6pPr lvl="5">
              <a:spcBef>
                <a:spcPts val="0"/>
              </a:spcBef>
              <a:spcAft>
                <a:spcPts val="0"/>
              </a:spcAft>
              <a:buSzPts val="1400"/>
              <a:buFont typeface="Poppins SemiBold"/>
              <a:buNone/>
              <a:defRPr sz="1400">
                <a:latin typeface="Poppins SemiBold"/>
                <a:ea typeface="Poppins SemiBold"/>
                <a:cs typeface="Poppins SemiBold"/>
                <a:sym typeface="Poppins SemiBold"/>
              </a:defRPr>
            </a:lvl6pPr>
            <a:lvl7pPr lvl="6">
              <a:spcBef>
                <a:spcPts val="0"/>
              </a:spcBef>
              <a:spcAft>
                <a:spcPts val="0"/>
              </a:spcAft>
              <a:buSzPts val="1400"/>
              <a:buFont typeface="Poppins SemiBold"/>
              <a:buNone/>
              <a:defRPr sz="1400">
                <a:latin typeface="Poppins SemiBold"/>
                <a:ea typeface="Poppins SemiBold"/>
                <a:cs typeface="Poppins SemiBold"/>
                <a:sym typeface="Poppins SemiBold"/>
              </a:defRPr>
            </a:lvl7pPr>
            <a:lvl8pPr lvl="7">
              <a:spcBef>
                <a:spcPts val="0"/>
              </a:spcBef>
              <a:spcAft>
                <a:spcPts val="0"/>
              </a:spcAft>
              <a:buSzPts val="1400"/>
              <a:buFont typeface="Poppins SemiBold"/>
              <a:buNone/>
              <a:defRPr sz="1400">
                <a:latin typeface="Poppins SemiBold"/>
                <a:ea typeface="Poppins SemiBold"/>
                <a:cs typeface="Poppins SemiBold"/>
                <a:sym typeface="Poppins SemiBold"/>
              </a:defRPr>
            </a:lvl8pPr>
            <a:lvl9pPr lvl="8">
              <a:spcBef>
                <a:spcPts val="0"/>
              </a:spcBef>
              <a:spcAft>
                <a:spcPts val="0"/>
              </a:spcAft>
              <a:buSzPts val="1400"/>
              <a:buFont typeface="Poppins SemiBold"/>
              <a:buNone/>
              <a:defRPr sz="1400">
                <a:latin typeface="Poppins SemiBold"/>
                <a:ea typeface="Poppins SemiBold"/>
                <a:cs typeface="Poppins SemiBold"/>
                <a:sym typeface="Poppins SemiBold"/>
              </a:defRPr>
            </a:lvl9pPr>
          </a:lstStyle>
          <a:p>
            <a:endParaRPr/>
          </a:p>
        </p:txBody>
      </p:sp>
      <p:sp>
        <p:nvSpPr>
          <p:cNvPr id="146" name="Google Shape;146;p29"/>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pos="576">
          <p15:clr>
            <a:srgbClr val="E46962"/>
          </p15:clr>
        </p15:guide>
        <p15:guide id="2" pos="5184">
          <p15:clr>
            <a:srgbClr val="E46962"/>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Half screen quote">
  <p:cSld name="CUSTOM_8_1">
    <p:spTree>
      <p:nvGrpSpPr>
        <p:cNvPr id="1" name="Shape 147"/>
        <p:cNvGrpSpPr/>
        <p:nvPr/>
      </p:nvGrpSpPr>
      <p:grpSpPr>
        <a:xfrm>
          <a:off x="0" y="0"/>
          <a:ext cx="0" cy="0"/>
          <a:chOff x="0" y="0"/>
          <a:chExt cx="0" cy="0"/>
        </a:xfrm>
      </p:grpSpPr>
      <p:sp>
        <p:nvSpPr>
          <p:cNvPr id="148" name="Google Shape;148;p30"/>
          <p:cNvSpPr txBox="1">
            <a:spLocks noGrp="1"/>
          </p:cNvSpPr>
          <p:nvPr>
            <p:ph type="title"/>
          </p:nvPr>
        </p:nvSpPr>
        <p:spPr>
          <a:xfrm>
            <a:off x="5139900" y="1823725"/>
            <a:ext cx="3089700" cy="1743300"/>
          </a:xfrm>
          <a:prstGeom prst="rect">
            <a:avLst/>
          </a:prstGeom>
        </p:spPr>
        <p:txBody>
          <a:bodyPr spcFirstLastPara="1" wrap="square" lIns="0" tIns="0" rIns="0" bIns="0" anchor="t" anchorCtr="0">
            <a:spAutoFit/>
          </a:bodyPr>
          <a:lstStyle>
            <a:lvl1pPr lvl="0">
              <a:spcBef>
                <a:spcPts val="0"/>
              </a:spcBef>
              <a:spcAft>
                <a:spcPts val="0"/>
              </a:spcAft>
              <a:buClr>
                <a:schemeClr val="lt1"/>
              </a:buClr>
              <a:buSzPts val="1400"/>
              <a:buFont typeface="Poppins SemiBold"/>
              <a:buNone/>
              <a:defRPr sz="1400" b="0">
                <a:solidFill>
                  <a:schemeClr val="lt1"/>
                </a:solidFill>
                <a:latin typeface="Poppins SemiBold"/>
                <a:ea typeface="Poppins SemiBold"/>
                <a:cs typeface="Poppins SemiBold"/>
                <a:sym typeface="Poppins SemiBold"/>
              </a:defRPr>
            </a:lvl1pPr>
            <a:lvl2pPr lvl="1">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2pPr>
            <a:lvl3pPr lvl="2">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3pPr>
            <a:lvl4pPr lvl="3">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4pPr>
            <a:lvl5pPr lvl="4">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5pPr>
            <a:lvl6pPr lvl="5">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6pPr>
            <a:lvl7pPr lvl="6">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7pPr>
            <a:lvl8pPr lvl="7">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8pPr>
            <a:lvl9pPr lvl="8">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9pPr>
          </a:lstStyle>
          <a:p>
            <a:endParaRPr/>
          </a:p>
        </p:txBody>
      </p:sp>
      <p:sp>
        <p:nvSpPr>
          <p:cNvPr id="149" name="Google Shape;149;p30"/>
          <p:cNvSpPr txBox="1">
            <a:spLocks noGrp="1"/>
          </p:cNvSpPr>
          <p:nvPr>
            <p:ph type="title" idx="2"/>
          </p:nvPr>
        </p:nvSpPr>
        <p:spPr>
          <a:xfrm>
            <a:off x="571500" y="800100"/>
            <a:ext cx="3089700" cy="9144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1800"/>
              <a:buFont typeface="Poppins"/>
              <a:buNone/>
              <a:defRPr sz="1800" b="1">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a:endParaRPr/>
          </a:p>
        </p:txBody>
      </p:sp>
      <p:sp>
        <p:nvSpPr>
          <p:cNvPr id="150" name="Google Shape;150;p30"/>
          <p:cNvSpPr txBox="1">
            <a:spLocks noGrp="1"/>
          </p:cNvSpPr>
          <p:nvPr>
            <p:ph type="body" idx="1"/>
          </p:nvPr>
        </p:nvSpPr>
        <p:spPr>
          <a:xfrm>
            <a:off x="571500" y="1714500"/>
            <a:ext cx="3089700" cy="2857500"/>
          </a:xfrm>
          <a:prstGeom prst="rect">
            <a:avLst/>
          </a:prstGeom>
        </p:spPr>
        <p:txBody>
          <a:bodyPr spcFirstLastPara="1" wrap="square" lIns="0" tIns="0" rIns="0" bIns="0" anchor="t" anchorCtr="0">
            <a:noAutofit/>
          </a:bodyPr>
          <a:lstStyle>
            <a:lvl1pPr marL="457200" lvl="0" indent="-3048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marL="914400" lvl="1" indent="-3048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marL="1371600" lvl="2"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marL="1828800" lvl="3"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marL="2286000" lvl="4"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marL="2743200" lvl="5"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marL="3200400" lvl="6"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marL="3657600" lvl="7"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marL="4114800" lvl="8" indent="-2921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a:endParaRPr/>
          </a:p>
        </p:txBody>
      </p:sp>
      <p:sp>
        <p:nvSpPr>
          <p:cNvPr id="151" name="Google Shape;151;p30"/>
          <p:cNvSpPr txBox="1">
            <a:spLocks noGrp="1"/>
          </p:cNvSpPr>
          <p:nvPr>
            <p:ph type="title" idx="3"/>
          </p:nvPr>
        </p:nvSpPr>
        <p:spPr>
          <a:xfrm>
            <a:off x="5139900" y="4108200"/>
            <a:ext cx="3089700" cy="231900"/>
          </a:xfrm>
          <a:prstGeom prst="rect">
            <a:avLst/>
          </a:prstGeom>
        </p:spPr>
        <p:txBody>
          <a:bodyPr spcFirstLastPara="1" wrap="square" lIns="0" tIns="0" rIns="0" bIns="0" anchor="t" anchorCtr="0">
            <a:spAutoFit/>
          </a:bodyPr>
          <a:lstStyle>
            <a:lvl1pPr lvl="0">
              <a:spcBef>
                <a:spcPts val="0"/>
              </a:spcBef>
              <a:spcAft>
                <a:spcPts val="0"/>
              </a:spcAft>
              <a:buClr>
                <a:schemeClr val="lt1"/>
              </a:buClr>
              <a:buSzPts val="1000"/>
              <a:buFont typeface="Poppins SemiBold"/>
              <a:buNone/>
              <a:defRPr sz="1000" b="0">
                <a:solidFill>
                  <a:schemeClr val="lt1"/>
                </a:solidFill>
                <a:latin typeface="Poppins SemiBold"/>
                <a:ea typeface="Poppins SemiBold"/>
                <a:cs typeface="Poppins SemiBold"/>
                <a:sym typeface="Poppins SemiBold"/>
              </a:defRPr>
            </a:lvl1pPr>
            <a:lvl2pPr lvl="1">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2pPr>
            <a:lvl3pPr lvl="2">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3pPr>
            <a:lvl4pPr lvl="3">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4pPr>
            <a:lvl5pPr lvl="4">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5pPr>
            <a:lvl6pPr lvl="5">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6pPr>
            <a:lvl7pPr lvl="6">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7pPr>
            <a:lvl8pPr lvl="7">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8pPr>
            <a:lvl9pPr lvl="8">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9pPr>
          </a:lstStyle>
          <a:p>
            <a:endParaRPr/>
          </a:p>
        </p:txBody>
      </p:sp>
      <p:sp>
        <p:nvSpPr>
          <p:cNvPr id="152" name="Google Shape;152;p30"/>
          <p:cNvSpPr txBox="1">
            <a:spLocks noGrp="1"/>
          </p:cNvSpPr>
          <p:nvPr>
            <p:ph type="body" idx="4"/>
          </p:nvPr>
        </p:nvSpPr>
        <p:spPr>
          <a:xfrm>
            <a:off x="5139900" y="4340100"/>
            <a:ext cx="3089700" cy="231900"/>
          </a:xfrm>
          <a:prstGeom prst="rect">
            <a:avLst/>
          </a:prstGeom>
        </p:spPr>
        <p:txBody>
          <a:bodyPr spcFirstLastPara="1" wrap="square" lIns="0" tIns="0" rIns="0" bIns="0" anchor="t" anchorCtr="0">
            <a:noAutofit/>
          </a:bodyPr>
          <a:lstStyle>
            <a:lvl1pPr marL="457200" lvl="0" indent="-292100">
              <a:lnSpc>
                <a:spcPct val="115000"/>
              </a:lnSpc>
              <a:spcBef>
                <a:spcPts val="0"/>
              </a:spcBef>
              <a:spcAft>
                <a:spcPts val="0"/>
              </a:spcAft>
              <a:buClr>
                <a:schemeClr val="lt1"/>
              </a:buClr>
              <a:buSzPts val="1000"/>
              <a:buFont typeface="Lato"/>
              <a:buChar char="●"/>
              <a:defRPr sz="1000">
                <a:solidFill>
                  <a:schemeClr val="lt1"/>
                </a:solidFill>
                <a:latin typeface="Lato"/>
                <a:ea typeface="Lato"/>
                <a:cs typeface="Lato"/>
                <a:sym typeface="Lato"/>
              </a:defRPr>
            </a:lvl1pPr>
            <a:lvl2pPr marL="914400" lvl="1" indent="-292100">
              <a:lnSpc>
                <a:spcPct val="115000"/>
              </a:lnSpc>
              <a:spcBef>
                <a:spcPts val="1000"/>
              </a:spcBef>
              <a:spcAft>
                <a:spcPts val="0"/>
              </a:spcAft>
              <a:buClr>
                <a:schemeClr val="lt1"/>
              </a:buClr>
              <a:buSzPts val="1000"/>
              <a:buFont typeface="Lato"/>
              <a:buChar char="○"/>
              <a:defRPr sz="1000">
                <a:solidFill>
                  <a:schemeClr val="lt1"/>
                </a:solidFill>
                <a:latin typeface="Lato"/>
                <a:ea typeface="Lato"/>
                <a:cs typeface="Lato"/>
                <a:sym typeface="Lato"/>
              </a:defRPr>
            </a:lvl2pPr>
            <a:lvl3pPr marL="1371600" lvl="2" indent="-292100">
              <a:lnSpc>
                <a:spcPct val="115000"/>
              </a:lnSpc>
              <a:spcBef>
                <a:spcPts val="1000"/>
              </a:spcBef>
              <a:spcAft>
                <a:spcPts val="0"/>
              </a:spcAft>
              <a:buClr>
                <a:schemeClr val="lt1"/>
              </a:buClr>
              <a:buSzPts val="1000"/>
              <a:buFont typeface="Lato"/>
              <a:buChar char="■"/>
              <a:defRPr>
                <a:solidFill>
                  <a:schemeClr val="lt1"/>
                </a:solidFill>
                <a:latin typeface="Lato"/>
                <a:ea typeface="Lato"/>
                <a:cs typeface="Lato"/>
                <a:sym typeface="Lato"/>
              </a:defRPr>
            </a:lvl3pPr>
            <a:lvl4pPr marL="1828800" lvl="3" indent="-292100">
              <a:lnSpc>
                <a:spcPct val="115000"/>
              </a:lnSpc>
              <a:spcBef>
                <a:spcPts val="1000"/>
              </a:spcBef>
              <a:spcAft>
                <a:spcPts val="0"/>
              </a:spcAft>
              <a:buClr>
                <a:schemeClr val="lt1"/>
              </a:buClr>
              <a:buSzPts val="1000"/>
              <a:buFont typeface="Lato"/>
              <a:buChar char="●"/>
              <a:defRPr>
                <a:solidFill>
                  <a:schemeClr val="lt1"/>
                </a:solidFill>
                <a:latin typeface="Lato"/>
                <a:ea typeface="Lato"/>
                <a:cs typeface="Lato"/>
                <a:sym typeface="Lato"/>
              </a:defRPr>
            </a:lvl4pPr>
            <a:lvl5pPr marL="2286000" lvl="4" indent="-292100">
              <a:lnSpc>
                <a:spcPct val="115000"/>
              </a:lnSpc>
              <a:spcBef>
                <a:spcPts val="1000"/>
              </a:spcBef>
              <a:spcAft>
                <a:spcPts val="0"/>
              </a:spcAft>
              <a:buClr>
                <a:schemeClr val="lt1"/>
              </a:buClr>
              <a:buSzPts val="1000"/>
              <a:buFont typeface="Lato"/>
              <a:buChar char="○"/>
              <a:defRPr>
                <a:solidFill>
                  <a:schemeClr val="lt1"/>
                </a:solidFill>
                <a:latin typeface="Lato"/>
                <a:ea typeface="Lato"/>
                <a:cs typeface="Lato"/>
                <a:sym typeface="Lato"/>
              </a:defRPr>
            </a:lvl5pPr>
            <a:lvl6pPr marL="2743200" lvl="5" indent="-292100">
              <a:lnSpc>
                <a:spcPct val="115000"/>
              </a:lnSpc>
              <a:spcBef>
                <a:spcPts val="1000"/>
              </a:spcBef>
              <a:spcAft>
                <a:spcPts val="0"/>
              </a:spcAft>
              <a:buClr>
                <a:schemeClr val="lt1"/>
              </a:buClr>
              <a:buSzPts val="1000"/>
              <a:buFont typeface="Lato"/>
              <a:buChar char="■"/>
              <a:defRPr>
                <a:solidFill>
                  <a:schemeClr val="lt1"/>
                </a:solidFill>
                <a:latin typeface="Lato"/>
                <a:ea typeface="Lato"/>
                <a:cs typeface="Lato"/>
                <a:sym typeface="Lato"/>
              </a:defRPr>
            </a:lvl6pPr>
            <a:lvl7pPr marL="3200400" lvl="6" indent="-292100">
              <a:lnSpc>
                <a:spcPct val="115000"/>
              </a:lnSpc>
              <a:spcBef>
                <a:spcPts val="1000"/>
              </a:spcBef>
              <a:spcAft>
                <a:spcPts val="0"/>
              </a:spcAft>
              <a:buClr>
                <a:schemeClr val="lt1"/>
              </a:buClr>
              <a:buSzPts val="1000"/>
              <a:buFont typeface="Lato"/>
              <a:buChar char="●"/>
              <a:defRPr>
                <a:solidFill>
                  <a:schemeClr val="lt1"/>
                </a:solidFill>
                <a:latin typeface="Lato"/>
                <a:ea typeface="Lato"/>
                <a:cs typeface="Lato"/>
                <a:sym typeface="Lato"/>
              </a:defRPr>
            </a:lvl7pPr>
            <a:lvl8pPr marL="3657600" lvl="7" indent="-292100">
              <a:lnSpc>
                <a:spcPct val="115000"/>
              </a:lnSpc>
              <a:spcBef>
                <a:spcPts val="1000"/>
              </a:spcBef>
              <a:spcAft>
                <a:spcPts val="0"/>
              </a:spcAft>
              <a:buClr>
                <a:schemeClr val="lt1"/>
              </a:buClr>
              <a:buSzPts val="1000"/>
              <a:buFont typeface="Lato"/>
              <a:buChar char="○"/>
              <a:defRPr>
                <a:solidFill>
                  <a:schemeClr val="lt1"/>
                </a:solidFill>
                <a:latin typeface="Lato"/>
                <a:ea typeface="Lato"/>
                <a:cs typeface="Lato"/>
                <a:sym typeface="Lato"/>
              </a:defRPr>
            </a:lvl8pPr>
            <a:lvl9pPr marL="4114800" lvl="8" indent="-292100">
              <a:lnSpc>
                <a:spcPct val="115000"/>
              </a:lnSpc>
              <a:spcBef>
                <a:spcPts val="1000"/>
              </a:spcBef>
              <a:spcAft>
                <a:spcPts val="1000"/>
              </a:spcAft>
              <a:buClr>
                <a:schemeClr val="lt1"/>
              </a:buClr>
              <a:buSzPts val="1000"/>
              <a:buFont typeface="Lato"/>
              <a:buChar char="■"/>
              <a:defRPr>
                <a:solidFill>
                  <a:schemeClr val="lt1"/>
                </a:solidFill>
                <a:latin typeface="Lato"/>
                <a:ea typeface="Lato"/>
                <a:cs typeface="Lato"/>
                <a:sym typeface="Lato"/>
              </a:defRPr>
            </a:lvl9pPr>
          </a:lstStyle>
          <a:p>
            <a:endParaRPr/>
          </a:p>
        </p:txBody>
      </p:sp>
      <p:sp>
        <p:nvSpPr>
          <p:cNvPr id="153" name="Google Shape;153;p30"/>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pos="576">
          <p15:clr>
            <a:srgbClr val="E46962"/>
          </p15:clr>
        </p15:guide>
        <p15:guide id="2" pos="5184">
          <p15:clr>
            <a:srgbClr val="E46962"/>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4"/>
        <p:cNvGrpSpPr/>
        <p:nvPr/>
      </p:nvGrpSpPr>
      <p:grpSpPr>
        <a:xfrm>
          <a:off x="0" y="0"/>
          <a:ext cx="0" cy="0"/>
          <a:chOff x="0" y="0"/>
          <a:chExt cx="0" cy="0"/>
        </a:xfrm>
      </p:grpSpPr>
      <p:sp>
        <p:nvSpPr>
          <p:cNvPr id="155" name="Google Shape;155;p31"/>
          <p:cNvSpPr txBox="1">
            <a:spLocks noGrp="1"/>
          </p:cNvSpPr>
          <p:nvPr>
            <p:ph type="sldNum" idx="12"/>
          </p:nvPr>
        </p:nvSpPr>
        <p:spPr>
          <a:xfrm>
            <a:off x="8572500" y="4572004"/>
            <a:ext cx="571500" cy="571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pos="2880">
          <p15:clr>
            <a:srgbClr val="E46962"/>
          </p15:clr>
        </p15:guide>
        <p15:guide id="2" orient="horz" pos="1656">
          <p15:clr>
            <a:srgbClr val="E46962"/>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ontent title and four columns 2 1">
  <p:cSld name="TITLE_AND_TWO_COLUMNS_1_1_1_1">
    <p:spTree>
      <p:nvGrpSpPr>
        <p:cNvPr id="1" name="Shape 156"/>
        <p:cNvGrpSpPr/>
        <p:nvPr/>
      </p:nvGrpSpPr>
      <p:grpSpPr>
        <a:xfrm>
          <a:off x="0" y="0"/>
          <a:ext cx="0" cy="0"/>
          <a:chOff x="0" y="0"/>
          <a:chExt cx="0" cy="0"/>
        </a:xfrm>
      </p:grpSpPr>
      <p:sp>
        <p:nvSpPr>
          <p:cNvPr id="157" name="Google Shape;157;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
        <p:nvSpPr>
          <p:cNvPr id="158" name="Google Shape;158;p32"/>
          <p:cNvSpPr txBox="1">
            <a:spLocks noGrp="1"/>
          </p:cNvSpPr>
          <p:nvPr>
            <p:ph type="title"/>
          </p:nvPr>
        </p:nvSpPr>
        <p:spPr>
          <a:xfrm>
            <a:off x="607200" y="1026550"/>
            <a:ext cx="3936000" cy="536700"/>
          </a:xfrm>
          <a:prstGeom prst="rect">
            <a:avLst/>
          </a:prstGeom>
        </p:spPr>
        <p:txBody>
          <a:bodyPr spcFirstLastPara="1" wrap="square" lIns="0" tIns="0" rIns="0" bIns="0" anchor="ctr" anchorCtr="0">
            <a:noAutofit/>
          </a:bodyPr>
          <a:lstStyle>
            <a:lvl1pPr lvl="0">
              <a:spcBef>
                <a:spcPts val="0"/>
              </a:spcBef>
              <a:spcAft>
                <a:spcPts val="0"/>
              </a:spcAft>
              <a:buSzPts val="1800"/>
              <a:buNone/>
              <a:defRPr sz="1800" b="1"/>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159" name="Google Shape;159;p32"/>
          <p:cNvSpPr txBox="1">
            <a:spLocks noGrp="1"/>
          </p:cNvSpPr>
          <p:nvPr>
            <p:ph type="body" idx="1"/>
          </p:nvPr>
        </p:nvSpPr>
        <p:spPr>
          <a:xfrm>
            <a:off x="3314406" y="1785575"/>
            <a:ext cx="3936000" cy="536700"/>
          </a:xfrm>
          <a:prstGeom prst="rect">
            <a:avLst/>
          </a:prstGeom>
        </p:spPr>
        <p:txBody>
          <a:bodyPr spcFirstLastPara="1" wrap="square" lIns="0" tIns="0" rIns="0" bIns="0" anchor="t" anchorCtr="0">
            <a:noAutofit/>
          </a:bodyPr>
          <a:lstStyle>
            <a:lvl1pPr marL="457200" lvl="0" indent="-304800">
              <a:spcBef>
                <a:spcPts val="0"/>
              </a:spcBef>
              <a:spcAft>
                <a:spcPts val="0"/>
              </a:spcAft>
              <a:buClr>
                <a:schemeClr val="accent1"/>
              </a:buClr>
              <a:buSzPts val="1200"/>
              <a:buChar char="●"/>
              <a:defRPr sz="1200"/>
            </a:lvl1pPr>
            <a:lvl2pPr marL="914400" lvl="1" indent="-304800">
              <a:spcBef>
                <a:spcPts val="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
        <p:nvSpPr>
          <p:cNvPr id="160" name="Google Shape;160;p32"/>
          <p:cNvSpPr txBox="1">
            <a:spLocks noGrp="1"/>
          </p:cNvSpPr>
          <p:nvPr>
            <p:ph type="body" idx="2"/>
          </p:nvPr>
        </p:nvSpPr>
        <p:spPr>
          <a:xfrm>
            <a:off x="3314406" y="3305922"/>
            <a:ext cx="3936000" cy="536700"/>
          </a:xfrm>
          <a:prstGeom prst="rect">
            <a:avLst/>
          </a:prstGeom>
        </p:spPr>
        <p:txBody>
          <a:bodyPr spcFirstLastPara="1" wrap="square" lIns="0" tIns="0" rIns="0" bIns="0" anchor="t" anchorCtr="0">
            <a:noAutofit/>
          </a:bodyPr>
          <a:lstStyle>
            <a:lvl1pPr marL="457200" lvl="0" indent="-304800">
              <a:spcBef>
                <a:spcPts val="0"/>
              </a:spcBef>
              <a:spcAft>
                <a:spcPts val="0"/>
              </a:spcAft>
              <a:buClr>
                <a:schemeClr val="accent1"/>
              </a:buClr>
              <a:buSzPts val="1200"/>
              <a:buChar char="●"/>
              <a:defRPr sz="1200"/>
            </a:lvl1pPr>
            <a:lvl2pPr marL="914400" lvl="1" indent="-304800">
              <a:spcBef>
                <a:spcPts val="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
        <p:nvSpPr>
          <p:cNvPr id="161" name="Google Shape;161;p32"/>
          <p:cNvSpPr txBox="1">
            <a:spLocks noGrp="1"/>
          </p:cNvSpPr>
          <p:nvPr>
            <p:ph type="body" idx="3"/>
          </p:nvPr>
        </p:nvSpPr>
        <p:spPr>
          <a:xfrm>
            <a:off x="3314406" y="4066095"/>
            <a:ext cx="3936000" cy="536700"/>
          </a:xfrm>
          <a:prstGeom prst="rect">
            <a:avLst/>
          </a:prstGeom>
        </p:spPr>
        <p:txBody>
          <a:bodyPr spcFirstLastPara="1" wrap="square" lIns="0" tIns="0" rIns="0" bIns="0" anchor="t" anchorCtr="0">
            <a:noAutofit/>
          </a:bodyPr>
          <a:lstStyle>
            <a:lvl1pPr marL="457200" lvl="0" indent="-304800">
              <a:spcBef>
                <a:spcPts val="0"/>
              </a:spcBef>
              <a:spcAft>
                <a:spcPts val="0"/>
              </a:spcAft>
              <a:buClr>
                <a:schemeClr val="accent1"/>
              </a:buClr>
              <a:buSzPts val="1200"/>
              <a:buChar char="●"/>
              <a:defRPr sz="1200"/>
            </a:lvl1pPr>
            <a:lvl2pPr marL="914400" lvl="1" indent="-304800">
              <a:spcBef>
                <a:spcPts val="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
        <p:nvSpPr>
          <p:cNvPr id="162" name="Google Shape;162;p32"/>
          <p:cNvSpPr txBox="1">
            <a:spLocks noGrp="1"/>
          </p:cNvSpPr>
          <p:nvPr>
            <p:ph type="subTitle" idx="4"/>
          </p:nvPr>
        </p:nvSpPr>
        <p:spPr>
          <a:xfrm>
            <a:off x="1301106" y="1785575"/>
            <a:ext cx="1951500" cy="536700"/>
          </a:xfrm>
          <a:prstGeom prst="rect">
            <a:avLst/>
          </a:prstGeom>
        </p:spPr>
        <p:txBody>
          <a:bodyPr spcFirstLastPara="1" wrap="square" lIns="0" tIns="0" rIns="0" bIns="0" anchor="t" anchorCtr="0">
            <a:noAutofit/>
          </a:bodyPr>
          <a:lstStyle>
            <a:lvl1pPr lvl="0">
              <a:spcBef>
                <a:spcPts val="0"/>
              </a:spcBef>
              <a:spcAft>
                <a:spcPts val="0"/>
              </a:spcAft>
              <a:buSzPts val="1200"/>
              <a:buNone/>
              <a:defRPr sz="1200" b="1">
                <a:solidFill>
                  <a:schemeClr val="accent4"/>
                </a:solidFill>
              </a:defRPr>
            </a:lvl1pPr>
            <a:lvl2pPr lvl="1">
              <a:spcBef>
                <a:spcPts val="1000"/>
              </a:spcBef>
              <a:spcAft>
                <a:spcPts val="0"/>
              </a:spcAft>
              <a:buSzPts val="1200"/>
              <a:buNone/>
              <a:defRPr/>
            </a:lvl2pPr>
            <a:lvl3pPr lvl="2">
              <a:spcBef>
                <a:spcPts val="1000"/>
              </a:spcBef>
              <a:spcAft>
                <a:spcPts val="0"/>
              </a:spcAft>
              <a:buSzPts val="1000"/>
              <a:buNone/>
              <a:defRPr/>
            </a:lvl3pPr>
            <a:lvl4pPr lvl="3">
              <a:spcBef>
                <a:spcPts val="1000"/>
              </a:spcBef>
              <a:spcAft>
                <a:spcPts val="0"/>
              </a:spcAft>
              <a:buSzPts val="1000"/>
              <a:buNone/>
              <a:defRPr/>
            </a:lvl4pPr>
            <a:lvl5pPr lvl="4">
              <a:spcBef>
                <a:spcPts val="1000"/>
              </a:spcBef>
              <a:spcAft>
                <a:spcPts val="0"/>
              </a:spcAft>
              <a:buSzPts val="1000"/>
              <a:buNone/>
              <a:defRPr/>
            </a:lvl5pPr>
            <a:lvl6pPr lvl="5">
              <a:spcBef>
                <a:spcPts val="1000"/>
              </a:spcBef>
              <a:spcAft>
                <a:spcPts val="0"/>
              </a:spcAft>
              <a:buSzPts val="1000"/>
              <a:buNone/>
              <a:defRPr/>
            </a:lvl6pPr>
            <a:lvl7pPr lvl="6">
              <a:spcBef>
                <a:spcPts val="1000"/>
              </a:spcBef>
              <a:spcAft>
                <a:spcPts val="0"/>
              </a:spcAft>
              <a:buSzPts val="1000"/>
              <a:buNone/>
              <a:defRPr/>
            </a:lvl7pPr>
            <a:lvl8pPr lvl="7">
              <a:spcBef>
                <a:spcPts val="1000"/>
              </a:spcBef>
              <a:spcAft>
                <a:spcPts val="0"/>
              </a:spcAft>
              <a:buSzPts val="1000"/>
              <a:buNone/>
              <a:defRPr/>
            </a:lvl8pPr>
            <a:lvl9pPr lvl="8">
              <a:spcBef>
                <a:spcPts val="1000"/>
              </a:spcBef>
              <a:spcAft>
                <a:spcPts val="1000"/>
              </a:spcAft>
              <a:buSzPts val="1000"/>
              <a:buNone/>
              <a:defRPr/>
            </a:lvl9pPr>
          </a:lstStyle>
          <a:p>
            <a:endParaRPr/>
          </a:p>
        </p:txBody>
      </p:sp>
      <p:sp>
        <p:nvSpPr>
          <p:cNvPr id="163" name="Google Shape;163;p32"/>
          <p:cNvSpPr txBox="1">
            <a:spLocks noGrp="1"/>
          </p:cNvSpPr>
          <p:nvPr>
            <p:ph type="subTitle" idx="5"/>
          </p:nvPr>
        </p:nvSpPr>
        <p:spPr>
          <a:xfrm>
            <a:off x="1301106" y="4066095"/>
            <a:ext cx="1951500" cy="536700"/>
          </a:xfrm>
          <a:prstGeom prst="rect">
            <a:avLst/>
          </a:prstGeom>
        </p:spPr>
        <p:txBody>
          <a:bodyPr spcFirstLastPara="1" wrap="square" lIns="0" tIns="0" rIns="0" bIns="0" anchor="t" anchorCtr="0">
            <a:noAutofit/>
          </a:bodyPr>
          <a:lstStyle>
            <a:lvl1pPr lvl="0">
              <a:spcBef>
                <a:spcPts val="0"/>
              </a:spcBef>
              <a:spcAft>
                <a:spcPts val="0"/>
              </a:spcAft>
              <a:buSzPts val="1200"/>
              <a:buNone/>
              <a:defRPr sz="1200" b="1">
                <a:solidFill>
                  <a:schemeClr val="accent4"/>
                </a:solidFill>
              </a:defRPr>
            </a:lvl1pPr>
            <a:lvl2pPr lvl="1">
              <a:spcBef>
                <a:spcPts val="1000"/>
              </a:spcBef>
              <a:spcAft>
                <a:spcPts val="0"/>
              </a:spcAft>
              <a:buSzPts val="1200"/>
              <a:buNone/>
              <a:defRPr/>
            </a:lvl2pPr>
            <a:lvl3pPr lvl="2">
              <a:spcBef>
                <a:spcPts val="1000"/>
              </a:spcBef>
              <a:spcAft>
                <a:spcPts val="0"/>
              </a:spcAft>
              <a:buSzPts val="1000"/>
              <a:buNone/>
              <a:defRPr/>
            </a:lvl3pPr>
            <a:lvl4pPr lvl="3">
              <a:spcBef>
                <a:spcPts val="1000"/>
              </a:spcBef>
              <a:spcAft>
                <a:spcPts val="0"/>
              </a:spcAft>
              <a:buSzPts val="1000"/>
              <a:buNone/>
              <a:defRPr/>
            </a:lvl4pPr>
            <a:lvl5pPr lvl="4">
              <a:spcBef>
                <a:spcPts val="1000"/>
              </a:spcBef>
              <a:spcAft>
                <a:spcPts val="0"/>
              </a:spcAft>
              <a:buSzPts val="1000"/>
              <a:buNone/>
              <a:defRPr/>
            </a:lvl5pPr>
            <a:lvl6pPr lvl="5">
              <a:spcBef>
                <a:spcPts val="1000"/>
              </a:spcBef>
              <a:spcAft>
                <a:spcPts val="0"/>
              </a:spcAft>
              <a:buSzPts val="1000"/>
              <a:buNone/>
              <a:defRPr/>
            </a:lvl6pPr>
            <a:lvl7pPr lvl="6">
              <a:spcBef>
                <a:spcPts val="1000"/>
              </a:spcBef>
              <a:spcAft>
                <a:spcPts val="0"/>
              </a:spcAft>
              <a:buSzPts val="1000"/>
              <a:buNone/>
              <a:defRPr/>
            </a:lvl7pPr>
            <a:lvl8pPr lvl="7">
              <a:spcBef>
                <a:spcPts val="1000"/>
              </a:spcBef>
              <a:spcAft>
                <a:spcPts val="0"/>
              </a:spcAft>
              <a:buSzPts val="1000"/>
              <a:buNone/>
              <a:defRPr/>
            </a:lvl8pPr>
            <a:lvl9pPr lvl="8">
              <a:spcBef>
                <a:spcPts val="1000"/>
              </a:spcBef>
              <a:spcAft>
                <a:spcPts val="1000"/>
              </a:spcAft>
              <a:buSzPts val="1000"/>
              <a:buNone/>
              <a:defRPr/>
            </a:lvl9pPr>
          </a:lstStyle>
          <a:p>
            <a:endParaRPr/>
          </a:p>
        </p:txBody>
      </p:sp>
      <p:sp>
        <p:nvSpPr>
          <p:cNvPr id="164" name="Google Shape;164;p32"/>
          <p:cNvSpPr txBox="1">
            <a:spLocks noGrp="1"/>
          </p:cNvSpPr>
          <p:nvPr>
            <p:ph type="subTitle" idx="6"/>
          </p:nvPr>
        </p:nvSpPr>
        <p:spPr>
          <a:xfrm>
            <a:off x="1301106" y="2545748"/>
            <a:ext cx="1951500" cy="536700"/>
          </a:xfrm>
          <a:prstGeom prst="rect">
            <a:avLst/>
          </a:prstGeom>
        </p:spPr>
        <p:txBody>
          <a:bodyPr spcFirstLastPara="1" wrap="square" lIns="0" tIns="0" rIns="0" bIns="0" anchor="t" anchorCtr="0">
            <a:noAutofit/>
          </a:bodyPr>
          <a:lstStyle>
            <a:lvl1pPr lvl="0">
              <a:spcBef>
                <a:spcPts val="0"/>
              </a:spcBef>
              <a:spcAft>
                <a:spcPts val="0"/>
              </a:spcAft>
              <a:buSzPts val="1200"/>
              <a:buNone/>
              <a:defRPr sz="1200" b="1">
                <a:solidFill>
                  <a:schemeClr val="accent4"/>
                </a:solidFill>
              </a:defRPr>
            </a:lvl1pPr>
            <a:lvl2pPr lvl="1">
              <a:spcBef>
                <a:spcPts val="1000"/>
              </a:spcBef>
              <a:spcAft>
                <a:spcPts val="0"/>
              </a:spcAft>
              <a:buSzPts val="1200"/>
              <a:buNone/>
              <a:defRPr/>
            </a:lvl2pPr>
            <a:lvl3pPr lvl="2">
              <a:spcBef>
                <a:spcPts val="1000"/>
              </a:spcBef>
              <a:spcAft>
                <a:spcPts val="0"/>
              </a:spcAft>
              <a:buSzPts val="1000"/>
              <a:buNone/>
              <a:defRPr/>
            </a:lvl3pPr>
            <a:lvl4pPr lvl="3">
              <a:spcBef>
                <a:spcPts val="1000"/>
              </a:spcBef>
              <a:spcAft>
                <a:spcPts val="0"/>
              </a:spcAft>
              <a:buSzPts val="1000"/>
              <a:buNone/>
              <a:defRPr/>
            </a:lvl4pPr>
            <a:lvl5pPr lvl="4">
              <a:spcBef>
                <a:spcPts val="1000"/>
              </a:spcBef>
              <a:spcAft>
                <a:spcPts val="0"/>
              </a:spcAft>
              <a:buSzPts val="1000"/>
              <a:buNone/>
              <a:defRPr/>
            </a:lvl5pPr>
            <a:lvl6pPr lvl="5">
              <a:spcBef>
                <a:spcPts val="1000"/>
              </a:spcBef>
              <a:spcAft>
                <a:spcPts val="0"/>
              </a:spcAft>
              <a:buSzPts val="1000"/>
              <a:buNone/>
              <a:defRPr/>
            </a:lvl6pPr>
            <a:lvl7pPr lvl="6">
              <a:spcBef>
                <a:spcPts val="1000"/>
              </a:spcBef>
              <a:spcAft>
                <a:spcPts val="0"/>
              </a:spcAft>
              <a:buSzPts val="1000"/>
              <a:buNone/>
              <a:defRPr/>
            </a:lvl7pPr>
            <a:lvl8pPr lvl="7">
              <a:spcBef>
                <a:spcPts val="1000"/>
              </a:spcBef>
              <a:spcAft>
                <a:spcPts val="0"/>
              </a:spcAft>
              <a:buSzPts val="1000"/>
              <a:buNone/>
              <a:defRPr/>
            </a:lvl8pPr>
            <a:lvl9pPr lvl="8">
              <a:spcBef>
                <a:spcPts val="1000"/>
              </a:spcBef>
              <a:spcAft>
                <a:spcPts val="1000"/>
              </a:spcAft>
              <a:buSzPts val="1000"/>
              <a:buNone/>
              <a:defRPr/>
            </a:lvl9pPr>
          </a:lstStyle>
          <a:p>
            <a:endParaRPr/>
          </a:p>
        </p:txBody>
      </p:sp>
      <p:sp>
        <p:nvSpPr>
          <p:cNvPr id="165" name="Google Shape;165;p32"/>
          <p:cNvSpPr txBox="1">
            <a:spLocks noGrp="1"/>
          </p:cNvSpPr>
          <p:nvPr>
            <p:ph type="body" idx="7"/>
          </p:nvPr>
        </p:nvSpPr>
        <p:spPr>
          <a:xfrm>
            <a:off x="3314406" y="2545748"/>
            <a:ext cx="3936000" cy="536700"/>
          </a:xfrm>
          <a:prstGeom prst="rect">
            <a:avLst/>
          </a:prstGeom>
        </p:spPr>
        <p:txBody>
          <a:bodyPr spcFirstLastPara="1" wrap="square" lIns="0" tIns="0" rIns="0" bIns="0" anchor="t" anchorCtr="0">
            <a:noAutofit/>
          </a:bodyPr>
          <a:lstStyle>
            <a:lvl1pPr marL="457200" lvl="0" indent="-304800">
              <a:spcBef>
                <a:spcPts val="0"/>
              </a:spcBef>
              <a:spcAft>
                <a:spcPts val="0"/>
              </a:spcAft>
              <a:buClr>
                <a:schemeClr val="accent1"/>
              </a:buClr>
              <a:buSzPts val="1200"/>
              <a:buChar char="●"/>
              <a:defRPr sz="1200"/>
            </a:lvl1pPr>
            <a:lvl2pPr marL="914400" lvl="1" indent="-304800">
              <a:spcBef>
                <a:spcPts val="0"/>
              </a:spcBef>
              <a:spcAft>
                <a:spcPts val="0"/>
              </a:spcAft>
              <a:buSzPts val="1200"/>
              <a:buChar char="○"/>
              <a:defRPr/>
            </a:lvl2pPr>
            <a:lvl3pPr marL="1371600" lvl="2" indent="-292100">
              <a:spcBef>
                <a:spcPts val="1000"/>
              </a:spcBef>
              <a:spcAft>
                <a:spcPts val="0"/>
              </a:spcAft>
              <a:buSzPts val="1000"/>
              <a:buChar char="■"/>
              <a:defRPr/>
            </a:lvl3pPr>
            <a:lvl4pPr marL="1828800" lvl="3" indent="-292100">
              <a:spcBef>
                <a:spcPts val="1000"/>
              </a:spcBef>
              <a:spcAft>
                <a:spcPts val="0"/>
              </a:spcAft>
              <a:buSzPts val="1000"/>
              <a:buChar char="●"/>
              <a:defRPr/>
            </a:lvl4pPr>
            <a:lvl5pPr marL="2286000" lvl="4" indent="-292100">
              <a:spcBef>
                <a:spcPts val="1000"/>
              </a:spcBef>
              <a:spcAft>
                <a:spcPts val="0"/>
              </a:spcAft>
              <a:buSzPts val="1000"/>
              <a:buChar char="○"/>
              <a:defRPr/>
            </a:lvl5pPr>
            <a:lvl6pPr marL="2743200" lvl="5" indent="-292100">
              <a:spcBef>
                <a:spcPts val="1000"/>
              </a:spcBef>
              <a:spcAft>
                <a:spcPts val="0"/>
              </a:spcAft>
              <a:buSzPts val="1000"/>
              <a:buChar char="■"/>
              <a:defRPr/>
            </a:lvl6pPr>
            <a:lvl7pPr marL="3200400" lvl="6" indent="-292100">
              <a:spcBef>
                <a:spcPts val="1000"/>
              </a:spcBef>
              <a:spcAft>
                <a:spcPts val="0"/>
              </a:spcAft>
              <a:buSzPts val="1000"/>
              <a:buChar char="●"/>
              <a:defRPr/>
            </a:lvl7pPr>
            <a:lvl8pPr marL="3657600" lvl="7" indent="-292100">
              <a:spcBef>
                <a:spcPts val="1000"/>
              </a:spcBef>
              <a:spcAft>
                <a:spcPts val="0"/>
              </a:spcAft>
              <a:buSzPts val="1000"/>
              <a:buChar char="○"/>
              <a:defRPr/>
            </a:lvl8pPr>
            <a:lvl9pPr marL="4114800" lvl="8" indent="-292100">
              <a:spcBef>
                <a:spcPts val="1000"/>
              </a:spcBef>
              <a:spcAft>
                <a:spcPts val="1000"/>
              </a:spcAft>
              <a:buSzPts val="1000"/>
              <a:buChar char="■"/>
              <a:defRPr/>
            </a:lvl9pPr>
          </a:lstStyle>
          <a:p>
            <a:endParaRPr/>
          </a:p>
        </p:txBody>
      </p:sp>
      <p:sp>
        <p:nvSpPr>
          <p:cNvPr id="166" name="Google Shape;166;p32"/>
          <p:cNvSpPr txBox="1">
            <a:spLocks noGrp="1"/>
          </p:cNvSpPr>
          <p:nvPr>
            <p:ph type="subTitle" idx="8"/>
          </p:nvPr>
        </p:nvSpPr>
        <p:spPr>
          <a:xfrm>
            <a:off x="1301106" y="3305922"/>
            <a:ext cx="1951500" cy="536700"/>
          </a:xfrm>
          <a:prstGeom prst="rect">
            <a:avLst/>
          </a:prstGeom>
        </p:spPr>
        <p:txBody>
          <a:bodyPr spcFirstLastPara="1" wrap="square" lIns="0" tIns="0" rIns="0" bIns="0" anchor="t" anchorCtr="0">
            <a:noAutofit/>
          </a:bodyPr>
          <a:lstStyle>
            <a:lvl1pPr lvl="0">
              <a:spcBef>
                <a:spcPts val="0"/>
              </a:spcBef>
              <a:spcAft>
                <a:spcPts val="0"/>
              </a:spcAft>
              <a:buSzPts val="1200"/>
              <a:buNone/>
              <a:defRPr sz="1200" b="1">
                <a:solidFill>
                  <a:schemeClr val="accent4"/>
                </a:solidFill>
              </a:defRPr>
            </a:lvl1pPr>
            <a:lvl2pPr lvl="1">
              <a:spcBef>
                <a:spcPts val="1000"/>
              </a:spcBef>
              <a:spcAft>
                <a:spcPts val="0"/>
              </a:spcAft>
              <a:buSzPts val="1200"/>
              <a:buNone/>
              <a:defRPr/>
            </a:lvl2pPr>
            <a:lvl3pPr lvl="2">
              <a:spcBef>
                <a:spcPts val="1000"/>
              </a:spcBef>
              <a:spcAft>
                <a:spcPts val="0"/>
              </a:spcAft>
              <a:buSzPts val="1000"/>
              <a:buNone/>
              <a:defRPr/>
            </a:lvl3pPr>
            <a:lvl4pPr lvl="3">
              <a:spcBef>
                <a:spcPts val="1000"/>
              </a:spcBef>
              <a:spcAft>
                <a:spcPts val="0"/>
              </a:spcAft>
              <a:buSzPts val="1000"/>
              <a:buNone/>
              <a:defRPr/>
            </a:lvl4pPr>
            <a:lvl5pPr lvl="4">
              <a:spcBef>
                <a:spcPts val="1000"/>
              </a:spcBef>
              <a:spcAft>
                <a:spcPts val="0"/>
              </a:spcAft>
              <a:buSzPts val="1000"/>
              <a:buNone/>
              <a:defRPr/>
            </a:lvl5pPr>
            <a:lvl6pPr lvl="5">
              <a:spcBef>
                <a:spcPts val="1000"/>
              </a:spcBef>
              <a:spcAft>
                <a:spcPts val="0"/>
              </a:spcAft>
              <a:buSzPts val="1000"/>
              <a:buNone/>
              <a:defRPr/>
            </a:lvl6pPr>
            <a:lvl7pPr lvl="6">
              <a:spcBef>
                <a:spcPts val="1000"/>
              </a:spcBef>
              <a:spcAft>
                <a:spcPts val="0"/>
              </a:spcAft>
              <a:buSzPts val="1000"/>
              <a:buNone/>
              <a:defRPr/>
            </a:lvl7pPr>
            <a:lvl8pPr lvl="7">
              <a:spcBef>
                <a:spcPts val="1000"/>
              </a:spcBef>
              <a:spcAft>
                <a:spcPts val="0"/>
              </a:spcAft>
              <a:buSzPts val="1000"/>
              <a:buNone/>
              <a:defRPr/>
            </a:lvl8pPr>
            <a:lvl9pPr lvl="8">
              <a:spcBef>
                <a:spcPts val="1000"/>
              </a:spcBef>
              <a:spcAft>
                <a:spcPts val="1000"/>
              </a:spcAft>
              <a:buSzPts val="1000"/>
              <a:buNone/>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Agenda 3  1">
  <p:cSld name="CUSTOM_6_1_1">
    <p:bg>
      <p:bgPr>
        <a:solidFill>
          <a:schemeClr val="lt2"/>
        </a:solidFill>
        <a:effectLst/>
      </p:bgPr>
    </p:bg>
    <p:spTree>
      <p:nvGrpSpPr>
        <p:cNvPr id="1" name="Shape 167"/>
        <p:cNvGrpSpPr/>
        <p:nvPr/>
      </p:nvGrpSpPr>
      <p:grpSpPr>
        <a:xfrm>
          <a:off x="0" y="0"/>
          <a:ext cx="0" cy="0"/>
          <a:chOff x="0" y="0"/>
          <a:chExt cx="0" cy="0"/>
        </a:xfrm>
      </p:grpSpPr>
      <p:sp>
        <p:nvSpPr>
          <p:cNvPr id="168" name="Google Shape;168;p33"/>
          <p:cNvSpPr txBox="1">
            <a:spLocks noGrp="1"/>
          </p:cNvSpPr>
          <p:nvPr>
            <p:ph type="title"/>
          </p:nvPr>
        </p:nvSpPr>
        <p:spPr>
          <a:xfrm>
            <a:off x="607200" y="1026550"/>
            <a:ext cx="3936000" cy="536700"/>
          </a:xfrm>
          <a:prstGeom prst="rect">
            <a:avLst/>
          </a:prstGeom>
        </p:spPr>
        <p:txBody>
          <a:bodyPr spcFirstLastPara="1" wrap="square" lIns="0" tIns="0" rIns="0" bIns="0" anchor="ctr" anchorCtr="0">
            <a:noAutofit/>
          </a:bodyPr>
          <a:lstStyle>
            <a:lvl1pPr lvl="0">
              <a:spcBef>
                <a:spcPts val="0"/>
              </a:spcBef>
              <a:spcAft>
                <a:spcPts val="0"/>
              </a:spcAft>
              <a:buSzPts val="1800"/>
              <a:buAutoNum type="arabicPeriod"/>
              <a:defRPr sz="1800" b="1">
                <a:solidFill>
                  <a:schemeClr val="lt1"/>
                </a:solidFill>
              </a:defRPr>
            </a:lvl1pPr>
            <a:lvl2pPr lvl="1">
              <a:spcBef>
                <a:spcPts val="0"/>
              </a:spcBef>
              <a:spcAft>
                <a:spcPts val="0"/>
              </a:spcAft>
              <a:buSzPts val="1800"/>
              <a:buAutoNum type="alphaLcPeriod"/>
              <a:defRPr/>
            </a:lvl2pPr>
            <a:lvl3pPr lvl="2">
              <a:spcBef>
                <a:spcPts val="0"/>
              </a:spcBef>
              <a:spcAft>
                <a:spcPts val="0"/>
              </a:spcAft>
              <a:buSzPts val="1800"/>
              <a:buAutoNum type="romanLcPeriod"/>
              <a:defRPr/>
            </a:lvl3pPr>
            <a:lvl4pPr lvl="3">
              <a:spcBef>
                <a:spcPts val="0"/>
              </a:spcBef>
              <a:spcAft>
                <a:spcPts val="0"/>
              </a:spcAft>
              <a:buSzPts val="1800"/>
              <a:buAutoNum type="arabicPeriod"/>
              <a:defRPr/>
            </a:lvl4pPr>
            <a:lvl5pPr lvl="4">
              <a:spcBef>
                <a:spcPts val="0"/>
              </a:spcBef>
              <a:spcAft>
                <a:spcPts val="0"/>
              </a:spcAft>
              <a:buSzPts val="1800"/>
              <a:buAutoNum type="alphaLcPeriod"/>
              <a:defRPr/>
            </a:lvl5pPr>
            <a:lvl6pPr lvl="5">
              <a:spcBef>
                <a:spcPts val="0"/>
              </a:spcBef>
              <a:spcAft>
                <a:spcPts val="0"/>
              </a:spcAft>
              <a:buSzPts val="1800"/>
              <a:buAutoNum type="romanLcPeriod"/>
              <a:defRPr/>
            </a:lvl6pPr>
            <a:lvl7pPr lvl="6">
              <a:spcBef>
                <a:spcPts val="0"/>
              </a:spcBef>
              <a:spcAft>
                <a:spcPts val="0"/>
              </a:spcAft>
              <a:buSzPts val="1800"/>
              <a:buAutoNum type="arabicPeriod"/>
              <a:defRPr/>
            </a:lvl7pPr>
            <a:lvl8pPr lvl="7">
              <a:spcBef>
                <a:spcPts val="0"/>
              </a:spcBef>
              <a:spcAft>
                <a:spcPts val="0"/>
              </a:spcAft>
              <a:buSzPts val="1800"/>
              <a:buAutoNum type="alphaLcPeriod"/>
              <a:defRPr/>
            </a:lvl8pPr>
            <a:lvl9pPr lvl="8">
              <a:spcBef>
                <a:spcPts val="0"/>
              </a:spcBef>
              <a:spcAft>
                <a:spcPts val="0"/>
              </a:spcAft>
              <a:buSzPts val="1800"/>
              <a:buAutoNum type="romanLcPeriod"/>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Agenda 3 ">
  <p:cSld name="CUSTOM_6_1_2">
    <p:bg>
      <p:bgPr>
        <a:solidFill>
          <a:schemeClr val="lt2"/>
        </a:solidFill>
        <a:effectLst/>
      </p:bgPr>
    </p:bg>
    <p:spTree>
      <p:nvGrpSpPr>
        <p:cNvPr id="1" name="Shape 169"/>
        <p:cNvGrpSpPr/>
        <p:nvPr/>
      </p:nvGrpSpPr>
      <p:grpSpPr>
        <a:xfrm>
          <a:off x="0" y="0"/>
          <a:ext cx="0" cy="0"/>
          <a:chOff x="0" y="0"/>
          <a:chExt cx="0" cy="0"/>
        </a:xfrm>
      </p:grpSpPr>
      <p:sp>
        <p:nvSpPr>
          <p:cNvPr id="170" name="Google Shape;170;p34"/>
          <p:cNvSpPr txBox="1">
            <a:spLocks noGrp="1"/>
          </p:cNvSpPr>
          <p:nvPr>
            <p:ph type="title"/>
          </p:nvPr>
        </p:nvSpPr>
        <p:spPr>
          <a:xfrm>
            <a:off x="607200" y="1026550"/>
            <a:ext cx="3936000" cy="536700"/>
          </a:xfrm>
          <a:prstGeom prst="rect">
            <a:avLst/>
          </a:prstGeom>
        </p:spPr>
        <p:txBody>
          <a:bodyPr spcFirstLastPara="1" wrap="square" lIns="0" tIns="0" rIns="0" bIns="0" anchor="ctr" anchorCtr="0">
            <a:noAutofit/>
          </a:bodyPr>
          <a:lstStyle>
            <a:lvl1pPr lvl="0">
              <a:spcBef>
                <a:spcPts val="0"/>
              </a:spcBef>
              <a:spcAft>
                <a:spcPts val="0"/>
              </a:spcAft>
              <a:buSzPts val="1800"/>
              <a:buAutoNum type="arabicPeriod"/>
              <a:defRPr sz="1800" b="1">
                <a:solidFill>
                  <a:schemeClr val="lt1"/>
                </a:solidFill>
              </a:defRPr>
            </a:lvl1pPr>
            <a:lvl2pPr lvl="1">
              <a:spcBef>
                <a:spcPts val="0"/>
              </a:spcBef>
              <a:spcAft>
                <a:spcPts val="0"/>
              </a:spcAft>
              <a:buSzPts val="1800"/>
              <a:buAutoNum type="alphaLcPeriod"/>
              <a:defRPr/>
            </a:lvl2pPr>
            <a:lvl3pPr lvl="2">
              <a:spcBef>
                <a:spcPts val="0"/>
              </a:spcBef>
              <a:spcAft>
                <a:spcPts val="0"/>
              </a:spcAft>
              <a:buSzPts val="1800"/>
              <a:buAutoNum type="romanLcPeriod"/>
              <a:defRPr/>
            </a:lvl3pPr>
            <a:lvl4pPr lvl="3">
              <a:spcBef>
                <a:spcPts val="0"/>
              </a:spcBef>
              <a:spcAft>
                <a:spcPts val="0"/>
              </a:spcAft>
              <a:buSzPts val="1800"/>
              <a:buAutoNum type="arabicPeriod"/>
              <a:defRPr/>
            </a:lvl4pPr>
            <a:lvl5pPr lvl="4">
              <a:spcBef>
                <a:spcPts val="0"/>
              </a:spcBef>
              <a:spcAft>
                <a:spcPts val="0"/>
              </a:spcAft>
              <a:buSzPts val="1800"/>
              <a:buAutoNum type="alphaLcPeriod"/>
              <a:defRPr/>
            </a:lvl5pPr>
            <a:lvl6pPr lvl="5">
              <a:spcBef>
                <a:spcPts val="0"/>
              </a:spcBef>
              <a:spcAft>
                <a:spcPts val="0"/>
              </a:spcAft>
              <a:buSzPts val="1800"/>
              <a:buAutoNum type="romanLcPeriod"/>
              <a:defRPr/>
            </a:lvl6pPr>
            <a:lvl7pPr lvl="6">
              <a:spcBef>
                <a:spcPts val="0"/>
              </a:spcBef>
              <a:spcAft>
                <a:spcPts val="0"/>
              </a:spcAft>
              <a:buSzPts val="1800"/>
              <a:buAutoNum type="arabicPeriod"/>
              <a:defRPr/>
            </a:lvl7pPr>
            <a:lvl8pPr lvl="7">
              <a:spcBef>
                <a:spcPts val="0"/>
              </a:spcBef>
              <a:spcAft>
                <a:spcPts val="0"/>
              </a:spcAft>
              <a:buSzPts val="1800"/>
              <a:buAutoNum type="alphaLcPeriod"/>
              <a:defRPr/>
            </a:lvl8pPr>
            <a:lvl9pPr lvl="8">
              <a:spcBef>
                <a:spcPts val="0"/>
              </a:spcBef>
              <a:spcAft>
                <a:spcPts val="0"/>
              </a:spcAft>
              <a:buSzPts val="1800"/>
              <a:buAutoNum type="romanLcPeriod"/>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571500" y="800100"/>
            <a:ext cx="4000500" cy="914400"/>
          </a:xfrm>
          <a:prstGeom prst="rect">
            <a:avLst/>
          </a:prstGeom>
          <a:noFill/>
          <a:ln>
            <a:noFill/>
          </a:ln>
        </p:spPr>
        <p:txBody>
          <a:bodyPr spcFirstLastPara="1" wrap="square" lIns="0" tIns="0" rIns="0" bIns="0" anchor="ctr" anchorCtr="0">
            <a:noAutofit/>
          </a:bodyPr>
          <a:lstStyle>
            <a:lvl1pPr lvl="0">
              <a:lnSpc>
                <a:spcPct val="115000"/>
              </a:lnSpc>
              <a:spcBef>
                <a:spcPts val="0"/>
              </a:spcBef>
              <a:spcAft>
                <a:spcPts val="0"/>
              </a:spcAft>
              <a:buClr>
                <a:schemeClr val="lt2"/>
              </a:buClr>
              <a:buSzPts val="1800"/>
              <a:buFont typeface="Poppins"/>
              <a:buNone/>
              <a:defRPr sz="1800" b="1">
                <a:solidFill>
                  <a:schemeClr val="lt2"/>
                </a:solidFill>
                <a:latin typeface="Poppins"/>
                <a:ea typeface="Poppins"/>
                <a:cs typeface="Poppins"/>
                <a:sym typeface="Poppins"/>
              </a:defRPr>
            </a:lvl1pPr>
            <a:lvl2pPr lvl="1">
              <a:lnSpc>
                <a:spcPct val="115000"/>
              </a:lnSpc>
              <a:spcBef>
                <a:spcPts val="0"/>
              </a:spcBef>
              <a:spcAft>
                <a:spcPts val="0"/>
              </a:spcAft>
              <a:buClr>
                <a:schemeClr val="lt2"/>
              </a:buClr>
              <a:buSzPts val="1800"/>
              <a:buNone/>
              <a:defRPr sz="1800">
                <a:solidFill>
                  <a:schemeClr val="lt2"/>
                </a:solidFill>
              </a:defRPr>
            </a:lvl2pPr>
            <a:lvl3pPr lvl="2">
              <a:lnSpc>
                <a:spcPct val="115000"/>
              </a:lnSpc>
              <a:spcBef>
                <a:spcPts val="0"/>
              </a:spcBef>
              <a:spcAft>
                <a:spcPts val="0"/>
              </a:spcAft>
              <a:buClr>
                <a:schemeClr val="lt2"/>
              </a:buClr>
              <a:buSzPts val="1800"/>
              <a:buNone/>
              <a:defRPr sz="1800">
                <a:solidFill>
                  <a:schemeClr val="lt2"/>
                </a:solidFill>
              </a:defRPr>
            </a:lvl3pPr>
            <a:lvl4pPr lvl="3">
              <a:lnSpc>
                <a:spcPct val="115000"/>
              </a:lnSpc>
              <a:spcBef>
                <a:spcPts val="0"/>
              </a:spcBef>
              <a:spcAft>
                <a:spcPts val="0"/>
              </a:spcAft>
              <a:buClr>
                <a:schemeClr val="lt2"/>
              </a:buClr>
              <a:buSzPts val="1800"/>
              <a:buNone/>
              <a:defRPr sz="1800">
                <a:solidFill>
                  <a:schemeClr val="lt2"/>
                </a:solidFill>
              </a:defRPr>
            </a:lvl4pPr>
            <a:lvl5pPr lvl="4">
              <a:lnSpc>
                <a:spcPct val="115000"/>
              </a:lnSpc>
              <a:spcBef>
                <a:spcPts val="0"/>
              </a:spcBef>
              <a:spcAft>
                <a:spcPts val="0"/>
              </a:spcAft>
              <a:buClr>
                <a:schemeClr val="lt2"/>
              </a:buClr>
              <a:buSzPts val="1800"/>
              <a:buNone/>
              <a:defRPr sz="1800">
                <a:solidFill>
                  <a:schemeClr val="lt2"/>
                </a:solidFill>
              </a:defRPr>
            </a:lvl5pPr>
            <a:lvl6pPr lvl="5">
              <a:lnSpc>
                <a:spcPct val="115000"/>
              </a:lnSpc>
              <a:spcBef>
                <a:spcPts val="0"/>
              </a:spcBef>
              <a:spcAft>
                <a:spcPts val="0"/>
              </a:spcAft>
              <a:buClr>
                <a:schemeClr val="lt2"/>
              </a:buClr>
              <a:buSzPts val="1800"/>
              <a:buNone/>
              <a:defRPr sz="1800">
                <a:solidFill>
                  <a:schemeClr val="lt2"/>
                </a:solidFill>
              </a:defRPr>
            </a:lvl6pPr>
            <a:lvl7pPr lvl="6">
              <a:lnSpc>
                <a:spcPct val="115000"/>
              </a:lnSpc>
              <a:spcBef>
                <a:spcPts val="0"/>
              </a:spcBef>
              <a:spcAft>
                <a:spcPts val="0"/>
              </a:spcAft>
              <a:buClr>
                <a:schemeClr val="lt2"/>
              </a:buClr>
              <a:buSzPts val="1800"/>
              <a:buNone/>
              <a:defRPr sz="1800">
                <a:solidFill>
                  <a:schemeClr val="lt2"/>
                </a:solidFill>
              </a:defRPr>
            </a:lvl7pPr>
            <a:lvl8pPr lvl="7">
              <a:lnSpc>
                <a:spcPct val="115000"/>
              </a:lnSpc>
              <a:spcBef>
                <a:spcPts val="0"/>
              </a:spcBef>
              <a:spcAft>
                <a:spcPts val="0"/>
              </a:spcAft>
              <a:buClr>
                <a:schemeClr val="lt2"/>
              </a:buClr>
              <a:buSzPts val="1800"/>
              <a:buNone/>
              <a:defRPr sz="1800">
                <a:solidFill>
                  <a:schemeClr val="lt2"/>
                </a:solidFill>
              </a:defRPr>
            </a:lvl8pPr>
            <a:lvl9pPr lvl="8">
              <a:lnSpc>
                <a:spcPct val="115000"/>
              </a:lnSpc>
              <a:spcBef>
                <a:spcPts val="0"/>
              </a:spcBef>
              <a:spcAft>
                <a:spcPts val="0"/>
              </a:spcAft>
              <a:buClr>
                <a:schemeClr val="lt2"/>
              </a:buClr>
              <a:buSzPts val="1800"/>
              <a:buNone/>
              <a:defRPr sz="1800">
                <a:solidFill>
                  <a:schemeClr val="lt2"/>
                </a:solidFill>
              </a:defRPr>
            </a:lvl9pPr>
          </a:lstStyle>
          <a:p>
            <a:endParaRPr/>
          </a:p>
        </p:txBody>
      </p:sp>
      <p:sp>
        <p:nvSpPr>
          <p:cNvPr id="7" name="Google Shape;7;p1"/>
          <p:cNvSpPr txBox="1">
            <a:spLocks noGrp="1"/>
          </p:cNvSpPr>
          <p:nvPr>
            <p:ph type="body" idx="1"/>
          </p:nvPr>
        </p:nvSpPr>
        <p:spPr>
          <a:xfrm>
            <a:off x="571500" y="1714500"/>
            <a:ext cx="4000500" cy="28575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marL="914400" lvl="1" indent="-3048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marL="1371600" lvl="2"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marL="1828800" lvl="3"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marL="2286000" lvl="4"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marL="2743200" lvl="5"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marL="3200400" lvl="6"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marL="3657600" lvl="7" indent="-2921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marL="4114800" lvl="8" indent="-2921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72500" y="4572004"/>
            <a:ext cx="571500" cy="571500"/>
          </a:xfrm>
          <a:prstGeom prst="rect">
            <a:avLst/>
          </a:prstGeom>
          <a:noFill/>
          <a:ln>
            <a:noFill/>
          </a:ln>
        </p:spPr>
        <p:txBody>
          <a:bodyPr spcFirstLastPara="1" wrap="square" lIns="91425" tIns="91425" rIns="91425" bIns="91425" anchor="t" anchorCtr="0">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marL="0" lvl="0" indent="0" algn="l"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360">
          <p15:clr>
            <a:srgbClr val="E46962"/>
          </p15:clr>
        </p15:guide>
        <p15:guide id="2" pos="5400">
          <p15:clr>
            <a:srgbClr val="E46962"/>
          </p15:clr>
        </p15:guide>
        <p15:guide id="3" orient="horz" pos="360">
          <p15:clr>
            <a:srgbClr val="E46962"/>
          </p15:clr>
        </p15:guide>
        <p15:guide id="4" orient="horz" pos="2880">
          <p15:clr>
            <a:srgbClr val="E46962"/>
          </p15:clr>
        </p15:guide>
        <p15:guide id="5" orient="horz" pos="504">
          <p15:clr>
            <a:srgbClr val="E46962"/>
          </p15:clr>
        </p15:guide>
        <p15:guide id="6" pos="2880">
          <p15:clr>
            <a:srgbClr val="E46962"/>
          </p15:clr>
        </p15:guide>
        <p15:guide id="7" orient="horz" pos="1080">
          <p15:clr>
            <a:srgbClr val="E46962"/>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hyperlink" Target="https://hminnovations.org/" TargetMode="External"/><Relationship Id="rId2" Type="http://schemas.openxmlformats.org/officeDocument/2006/relationships/notesSlide" Target="../notesSlides/notesSlide3.xml"/><Relationship Id="rId1" Type="http://schemas.openxmlformats.org/officeDocument/2006/relationships/slideLayout" Target="../slideLayouts/slideLayout30.xml"/><Relationship Id="rId5" Type="http://schemas.openxmlformats.org/officeDocument/2006/relationships/image" Target="../media/image8.sv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hyperlink" Target="https://hminnovations.org/" TargetMode="External"/><Relationship Id="rId5" Type="http://schemas.openxmlformats.org/officeDocument/2006/relationships/image" Target="../media/image12.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hyperlink" Target="https://hminnovations.org/"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hminnovations.org/" TargetMode="External"/><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hyperlink" Target="https://hminnovations.org/"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hminnovations.org/" TargetMode="External"/><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5"/>
          <p:cNvSpPr txBox="1">
            <a:spLocks noGrp="1"/>
          </p:cNvSpPr>
          <p:nvPr>
            <p:ph type="ctrTitle"/>
          </p:nvPr>
        </p:nvSpPr>
        <p:spPr>
          <a:xfrm>
            <a:off x="1371600" y="1966050"/>
            <a:ext cx="6400800" cy="384900"/>
          </a:xfrm>
          <a:prstGeom prst="rect">
            <a:avLst/>
          </a:prstGeom>
        </p:spPr>
        <p:txBody>
          <a:bodyPr spcFirstLastPara="1" wrap="square" lIns="0" tIns="0" rIns="0" bIns="0" anchor="ctr" anchorCtr="0">
            <a:spAutoFit/>
          </a:bodyPr>
          <a:lstStyle/>
          <a:p>
            <a:pPr marL="0" lvl="0" indent="0" algn="l" rtl="0">
              <a:spcBef>
                <a:spcPts val="0"/>
              </a:spcBef>
              <a:spcAft>
                <a:spcPts val="0"/>
              </a:spcAft>
              <a:buNone/>
            </a:pPr>
            <a:r>
              <a:rPr lang="en" sz="2500" b="0">
                <a:latin typeface="Arial"/>
                <a:ea typeface="Arial"/>
                <a:cs typeface="Arial"/>
                <a:sym typeface="Arial"/>
              </a:rPr>
              <a:t>Mindful Companion AI </a:t>
            </a:r>
            <a:endParaRPr sz="4500"/>
          </a:p>
        </p:txBody>
      </p:sp>
      <p:sp>
        <p:nvSpPr>
          <p:cNvPr id="176" name="Google Shape;176;p35"/>
          <p:cNvSpPr txBox="1">
            <a:spLocks noGrp="1"/>
          </p:cNvSpPr>
          <p:nvPr>
            <p:ph type="subTitle" idx="1"/>
          </p:nvPr>
        </p:nvSpPr>
        <p:spPr>
          <a:xfrm>
            <a:off x="1371600" y="2657850"/>
            <a:ext cx="6400800" cy="595800"/>
          </a:xfrm>
          <a:prstGeom prst="rect">
            <a:avLst/>
          </a:prstGeom>
        </p:spPr>
        <p:txBody>
          <a:bodyPr spcFirstLastPara="1" wrap="square" lIns="0" tIns="0" rIns="0" bIns="0" anchor="ctr" anchorCtr="0">
            <a:spAutoFit/>
          </a:bodyPr>
          <a:lstStyle/>
          <a:p>
            <a:pPr marL="0" lvl="0" indent="0" algn="l" rtl="0">
              <a:lnSpc>
                <a:spcPct val="115000"/>
              </a:lnSpc>
              <a:spcBef>
                <a:spcPts val="0"/>
              </a:spcBef>
              <a:spcAft>
                <a:spcPts val="0"/>
              </a:spcAft>
              <a:buNone/>
            </a:pPr>
            <a:r>
              <a:rPr lang="en"/>
              <a:t>Riket B Patel</a:t>
            </a:r>
            <a:endParaRPr/>
          </a:p>
          <a:p>
            <a:pPr marL="0" lvl="0" indent="0" algn="l" rtl="0">
              <a:lnSpc>
                <a:spcPct val="115000"/>
              </a:lnSpc>
              <a:spcBef>
                <a:spcPts val="0"/>
              </a:spcBef>
              <a:spcAft>
                <a:spcPts val="0"/>
              </a:spcAft>
              <a:buNone/>
            </a:pPr>
            <a:r>
              <a:rPr lang="en"/>
              <a:t>12/04/2024</a:t>
            </a:r>
            <a:endParaRPr/>
          </a:p>
        </p:txBody>
      </p:sp>
      <p:pic>
        <p:nvPicPr>
          <p:cNvPr id="177" name="Google Shape;177;p35"/>
          <p:cNvPicPr preferRelativeResize="0"/>
          <p:nvPr/>
        </p:nvPicPr>
        <p:blipFill rotWithShape="1">
          <a:blip r:embed="rId3">
            <a:alphaModFix/>
          </a:blip>
          <a:srcRect l="70248"/>
          <a:stretch/>
        </p:blipFill>
        <p:spPr>
          <a:xfrm>
            <a:off x="0" y="0"/>
            <a:ext cx="571501" cy="5143501"/>
          </a:xfrm>
          <a:prstGeom prst="rect">
            <a:avLst/>
          </a:prstGeom>
          <a:noFill/>
          <a:ln>
            <a:noFill/>
          </a:ln>
        </p:spPr>
      </p:pic>
      <p:pic>
        <p:nvPicPr>
          <p:cNvPr id="178" name="Google Shape;178;p35"/>
          <p:cNvPicPr preferRelativeResize="0"/>
          <p:nvPr/>
        </p:nvPicPr>
        <p:blipFill rotWithShape="1">
          <a:blip r:embed="rId3">
            <a:alphaModFix/>
          </a:blip>
          <a:srcRect l="-11022" r="81271"/>
          <a:stretch/>
        </p:blipFill>
        <p:spPr>
          <a:xfrm>
            <a:off x="8572501" y="0"/>
            <a:ext cx="571501" cy="5143501"/>
          </a:xfrm>
          <a:prstGeom prst="rect">
            <a:avLst/>
          </a:prstGeom>
          <a:noFill/>
          <a:ln>
            <a:noFill/>
          </a:ln>
        </p:spPr>
      </p:pic>
      <p:pic>
        <p:nvPicPr>
          <p:cNvPr id="5" name="Graphic 4" descr="Eye with solid fill">
            <a:extLst>
              <a:ext uri="{FF2B5EF4-FFF2-40B4-BE49-F238E27FC236}">
                <a16:creationId xmlns:a16="http://schemas.microsoft.com/office/drawing/2014/main" id="{60C0E251-2C7D-2222-5D63-FB9198B4A07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97689" y="878939"/>
            <a:ext cx="2374711" cy="237471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FD644-0944-C104-15F2-9CF8E8097C06}"/>
              </a:ext>
            </a:extLst>
          </p:cNvPr>
          <p:cNvSpPr>
            <a:spLocks noGrp="1"/>
          </p:cNvSpPr>
          <p:nvPr>
            <p:ph type="title"/>
          </p:nvPr>
        </p:nvSpPr>
        <p:spPr>
          <a:xfrm>
            <a:off x="499781" y="221877"/>
            <a:ext cx="4000500" cy="914400"/>
          </a:xfrm>
        </p:spPr>
        <p:txBody>
          <a:bodyPr/>
          <a:lstStyle/>
          <a:p>
            <a:r>
              <a:rPr lang="en-US" sz="4000" dirty="0">
                <a:solidFill>
                  <a:schemeClr val="bg2"/>
                </a:solidFill>
              </a:rPr>
              <a:t>Agenda</a:t>
            </a:r>
          </a:p>
        </p:txBody>
      </p:sp>
      <p:sp>
        <p:nvSpPr>
          <p:cNvPr id="3" name="Text Placeholder 2">
            <a:extLst>
              <a:ext uri="{FF2B5EF4-FFF2-40B4-BE49-F238E27FC236}">
                <a16:creationId xmlns:a16="http://schemas.microsoft.com/office/drawing/2014/main" id="{682299F2-9728-23FE-EC8C-66B22FCB1D7C}"/>
              </a:ext>
            </a:extLst>
          </p:cNvPr>
          <p:cNvSpPr>
            <a:spLocks noGrp="1"/>
          </p:cNvSpPr>
          <p:nvPr>
            <p:ph type="body" idx="1"/>
          </p:nvPr>
        </p:nvSpPr>
        <p:spPr>
          <a:xfrm>
            <a:off x="499781" y="1418664"/>
            <a:ext cx="6806453" cy="3502959"/>
          </a:xfrm>
        </p:spPr>
        <p:txBody>
          <a:bodyPr/>
          <a:lstStyle/>
          <a:p>
            <a:pPr lvl="1"/>
            <a:r>
              <a:rPr lang="en-US" dirty="0">
                <a:solidFill>
                  <a:schemeClr val="bg2"/>
                </a:solidFill>
              </a:rPr>
              <a:t>Product Strategy</a:t>
            </a:r>
          </a:p>
          <a:p>
            <a:pPr lvl="1"/>
            <a:r>
              <a:rPr lang="en-US" dirty="0">
                <a:solidFill>
                  <a:schemeClr val="bg2"/>
                </a:solidFill>
              </a:rPr>
              <a:t>Product Requirements Document (PRD) Abstract</a:t>
            </a:r>
          </a:p>
          <a:p>
            <a:pPr lvl="1"/>
            <a:r>
              <a:rPr lang="en-US" dirty="0">
                <a:solidFill>
                  <a:schemeClr val="bg2"/>
                </a:solidFill>
              </a:rPr>
              <a:t>Key Performance Indicators (</a:t>
            </a:r>
            <a:r>
              <a:rPr lang="en" dirty="0">
                <a:solidFill>
                  <a:schemeClr val="bg2"/>
                </a:solidFill>
              </a:rPr>
              <a:t>KPIs)</a:t>
            </a:r>
          </a:p>
          <a:p>
            <a:pPr lvl="1"/>
            <a:r>
              <a:rPr lang="en" dirty="0">
                <a:solidFill>
                  <a:schemeClr val="bg2"/>
                </a:solidFill>
              </a:rPr>
              <a:t>User Flow</a:t>
            </a:r>
          </a:p>
          <a:p>
            <a:pPr lvl="1"/>
            <a:r>
              <a:rPr lang="en-US" dirty="0">
                <a:solidFill>
                  <a:schemeClr val="bg2"/>
                </a:solidFill>
              </a:rPr>
              <a:t>Model Requirements</a:t>
            </a:r>
          </a:p>
          <a:p>
            <a:pPr lvl="2"/>
            <a:r>
              <a:rPr lang="en-US" dirty="0">
                <a:solidFill>
                  <a:schemeClr val="bg2"/>
                </a:solidFill>
                <a:sym typeface="Poppins"/>
              </a:rPr>
              <a:t>Data Requirement</a:t>
            </a:r>
          </a:p>
          <a:p>
            <a:pPr lvl="2"/>
            <a:r>
              <a:rPr lang="en" dirty="0">
                <a:solidFill>
                  <a:schemeClr val="bg2"/>
                </a:solidFill>
              </a:rPr>
              <a:t>Token Forecast and Cost Estimation</a:t>
            </a:r>
            <a:endParaRPr lang="en-US" dirty="0">
              <a:solidFill>
                <a:schemeClr val="bg2"/>
              </a:solidFill>
              <a:sym typeface="Poppins SemiBold"/>
            </a:endParaRPr>
          </a:p>
          <a:p>
            <a:pPr lvl="1"/>
            <a:r>
              <a:rPr lang="en-US" dirty="0">
                <a:solidFill>
                  <a:schemeClr val="bg2"/>
                </a:solidFill>
                <a:sym typeface="Poppins SemiBold"/>
              </a:rPr>
              <a:t>System Prompt</a:t>
            </a:r>
          </a:p>
          <a:p>
            <a:pPr lvl="1"/>
            <a:r>
              <a:rPr lang="en-US" dirty="0">
                <a:solidFill>
                  <a:schemeClr val="bg2"/>
                </a:solidFill>
                <a:sym typeface="Poppins SemiBold"/>
              </a:rPr>
              <a:t>Risks &amp; Mitigations </a:t>
            </a:r>
          </a:p>
          <a:p>
            <a:pPr lvl="1"/>
            <a:r>
              <a:rPr lang="en" dirty="0">
                <a:solidFill>
                  <a:schemeClr val="bg2"/>
                </a:solidFill>
              </a:rPr>
              <a:t>Human Evaluation Rubric</a:t>
            </a:r>
          </a:p>
          <a:p>
            <a:pPr lvl="1"/>
            <a:endParaRPr lang="en-US" dirty="0">
              <a:solidFill>
                <a:schemeClr val="bg2"/>
              </a:solidFill>
            </a:endParaRPr>
          </a:p>
          <a:p>
            <a:endParaRPr lang="en-US" dirty="0">
              <a:solidFill>
                <a:schemeClr val="bg2"/>
              </a:solidFill>
            </a:endParaRPr>
          </a:p>
          <a:p>
            <a:endParaRPr lang="en-US" dirty="0">
              <a:solidFill>
                <a:schemeClr val="bg2"/>
              </a:solidFill>
            </a:endParaRPr>
          </a:p>
          <a:p>
            <a:endParaRPr lang="en-US" dirty="0">
              <a:solidFill>
                <a:schemeClr val="bg2"/>
              </a:solidFill>
            </a:endParaRPr>
          </a:p>
        </p:txBody>
      </p:sp>
      <p:pic>
        <p:nvPicPr>
          <p:cNvPr id="7" name="Graphic 6" descr="Buddha Silhouette with solid fill">
            <a:extLst>
              <a:ext uri="{FF2B5EF4-FFF2-40B4-BE49-F238E27FC236}">
                <a16:creationId xmlns:a16="http://schemas.microsoft.com/office/drawing/2014/main" id="{DB0B8341-B5F4-5D47-2D44-944B788E0B0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34168" y="1418664"/>
            <a:ext cx="2531660" cy="2531660"/>
          </a:xfrm>
          <a:prstGeom prst="rect">
            <a:avLst/>
          </a:prstGeom>
        </p:spPr>
      </p:pic>
    </p:spTree>
    <p:extLst>
      <p:ext uri="{BB962C8B-B14F-4D97-AF65-F5344CB8AC3E}">
        <p14:creationId xmlns:p14="http://schemas.microsoft.com/office/powerpoint/2010/main" val="131316737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2"/>
        <p:cNvGrpSpPr/>
        <p:nvPr/>
      </p:nvGrpSpPr>
      <p:grpSpPr>
        <a:xfrm>
          <a:off x="0" y="0"/>
          <a:ext cx="0" cy="0"/>
          <a:chOff x="0" y="0"/>
          <a:chExt cx="0" cy="0"/>
        </a:xfrm>
      </p:grpSpPr>
      <p:sp>
        <p:nvSpPr>
          <p:cNvPr id="183" name="Google Shape;183;p36"/>
          <p:cNvSpPr/>
          <p:nvPr/>
        </p:nvSpPr>
        <p:spPr>
          <a:xfrm>
            <a:off x="358589" y="196105"/>
            <a:ext cx="3944470" cy="4805082"/>
          </a:xfrm>
          <a:prstGeom prst="roundRect">
            <a:avLst>
              <a:gd name="adj" fmla="val 0"/>
            </a:avLst>
          </a:prstGeom>
          <a:solidFill>
            <a:schemeClr val="dk2"/>
          </a:solidFill>
          <a:ln w="9525" cap="flat" cmpd="sng">
            <a:solidFill>
              <a:schemeClr val="dk2"/>
            </a:solidFill>
            <a:prstDash val="solid"/>
            <a:round/>
            <a:headEnd type="none" w="sm" len="sm"/>
            <a:tailEnd type="none" w="sm" len="sm"/>
          </a:ln>
        </p:spPr>
        <p:txBody>
          <a:bodyPr spcFirstLastPara="1" wrap="square" lIns="365750" tIns="365750" rIns="365750" bIns="365750" anchor="t" anchorCtr="0">
            <a:noAutofit/>
          </a:bodyPr>
          <a:lstStyle/>
          <a:p>
            <a:pPr marL="0" lvl="0" indent="0" rtl="0">
              <a:lnSpc>
                <a:spcPct val="115000"/>
              </a:lnSpc>
              <a:spcBef>
                <a:spcPts val="1200"/>
              </a:spcBef>
              <a:spcAft>
                <a:spcPts val="0"/>
              </a:spcAft>
              <a:buNone/>
            </a:pPr>
            <a:r>
              <a:rPr lang="en" b="1" dirty="0">
                <a:solidFill>
                  <a:schemeClr val="lt1"/>
                </a:solidFill>
              </a:rPr>
              <a:t>Product Strategy:</a:t>
            </a:r>
            <a:endParaRPr sz="1050" dirty="0">
              <a:solidFill>
                <a:schemeClr val="lt1"/>
              </a:solidFill>
            </a:endParaRPr>
          </a:p>
          <a:p>
            <a:pPr marL="0" lvl="0" indent="0" rtl="0">
              <a:lnSpc>
                <a:spcPct val="115000"/>
              </a:lnSpc>
              <a:spcBef>
                <a:spcPts val="1200"/>
              </a:spcBef>
              <a:spcAft>
                <a:spcPts val="0"/>
              </a:spcAft>
              <a:buNone/>
            </a:pPr>
            <a:r>
              <a:rPr lang="en" sz="900" dirty="0">
                <a:solidFill>
                  <a:schemeClr val="lt1"/>
                </a:solidFill>
              </a:rPr>
              <a:t>The Mindful Companion AI seeks to redefine mindfulness engagement by integrating Generative AI to deliver personalized guidance and dynamically generated meditation content. </a:t>
            </a:r>
            <a:r>
              <a:rPr lang="en-US" sz="900" dirty="0">
                <a:solidFill>
                  <a:schemeClr val="lt1"/>
                </a:solidFill>
              </a:rPr>
              <a:t>This feature utilizes the pillars of the Healthy Minds Innovation program—Awareness, Connection, Insight, and Purpose—to craft a meaningful and scalable user experience.</a:t>
            </a:r>
          </a:p>
          <a:p>
            <a:pPr marL="0" lvl="0" indent="0" rtl="0">
              <a:lnSpc>
                <a:spcPct val="115000"/>
              </a:lnSpc>
              <a:spcBef>
                <a:spcPts val="1200"/>
              </a:spcBef>
              <a:spcAft>
                <a:spcPts val="0"/>
              </a:spcAft>
              <a:buNone/>
            </a:pPr>
            <a:r>
              <a:rPr lang="en-US" b="1" dirty="0">
                <a:solidFill>
                  <a:schemeClr val="lt1"/>
                </a:solidFill>
              </a:rPr>
              <a:t>Value Proposition: </a:t>
            </a:r>
          </a:p>
          <a:p>
            <a:pPr marL="0" lvl="0" indent="0" rtl="0">
              <a:lnSpc>
                <a:spcPct val="115000"/>
              </a:lnSpc>
              <a:spcBef>
                <a:spcPts val="1200"/>
              </a:spcBef>
              <a:spcAft>
                <a:spcPts val="0"/>
              </a:spcAft>
              <a:buNone/>
            </a:pPr>
            <a:r>
              <a:rPr lang="en" sz="900" dirty="0">
                <a:solidFill>
                  <a:schemeClr val="lt1"/>
                </a:solidFill>
              </a:rPr>
              <a:t>For users, the Mindful Companion AI provides a personalized, seamless experience that integrates learning, reflection, and practice. It empowers individuals to build resilience, find balance, and achieve lasting well-being.</a:t>
            </a:r>
            <a:endParaRPr sz="900" dirty="0">
              <a:solidFill>
                <a:schemeClr val="lt1"/>
              </a:solidFill>
            </a:endParaRPr>
          </a:p>
          <a:p>
            <a:pPr marL="0" lvl="0" indent="0" rtl="0">
              <a:lnSpc>
                <a:spcPct val="115000"/>
              </a:lnSpc>
              <a:spcBef>
                <a:spcPts val="1200"/>
              </a:spcBef>
              <a:spcAft>
                <a:spcPts val="0"/>
              </a:spcAft>
              <a:buNone/>
            </a:pPr>
            <a:r>
              <a:rPr lang="en" sz="900" dirty="0">
                <a:solidFill>
                  <a:schemeClr val="lt1"/>
                </a:solidFill>
              </a:rPr>
              <a:t>For the Healthy Minds Program, by Health Minds Innovation (, this innovative tool offers a scalable system for creating content and engaging users in meaningful ways. By leveraging generative AI, the organization advances science-backed mental health solutions while staying true to its core values. This positions the program as a leader in mindfulness innovation, harnessing technology to drive impact and foster well-being on a global scale.</a:t>
            </a:r>
          </a:p>
          <a:p>
            <a:pPr marL="0" lvl="0" indent="0" rtl="0">
              <a:lnSpc>
                <a:spcPct val="115000"/>
              </a:lnSpc>
              <a:spcBef>
                <a:spcPts val="1200"/>
              </a:spcBef>
              <a:spcAft>
                <a:spcPts val="0"/>
              </a:spcAft>
              <a:buNone/>
            </a:pPr>
            <a:r>
              <a:rPr lang="en" sz="900" dirty="0">
                <a:solidFill>
                  <a:schemeClr val="bg1"/>
                </a:solidFill>
              </a:rPr>
              <a:t>Reference: </a:t>
            </a:r>
            <a:r>
              <a:rPr lang="en-US" sz="900" dirty="0">
                <a:solidFill>
                  <a:schemeClr val="bg1"/>
                </a:solidFill>
                <a:hlinkClick r:id="rId3">
                  <a:extLst>
                    <a:ext uri="{A12FA001-AC4F-418D-AE19-62706E023703}">
                      <ahyp:hlinkClr xmlns:ahyp="http://schemas.microsoft.com/office/drawing/2018/hyperlinkcolor" val="tx"/>
                    </a:ext>
                  </a:extLst>
                </a:hlinkClick>
              </a:rPr>
              <a:t>https://hminnovations.org/</a:t>
            </a:r>
            <a:r>
              <a:rPr lang="en" sz="900" dirty="0">
                <a:solidFill>
                  <a:schemeClr val="bg1"/>
                </a:solidFill>
              </a:rPr>
              <a:t> </a:t>
            </a:r>
            <a:endParaRPr sz="900" dirty="0">
              <a:solidFill>
                <a:schemeClr val="bg1"/>
              </a:solidFill>
            </a:endParaRPr>
          </a:p>
          <a:p>
            <a:pPr marL="0" lvl="0" indent="0" rtl="0">
              <a:lnSpc>
                <a:spcPct val="115000"/>
              </a:lnSpc>
              <a:spcBef>
                <a:spcPts val="1200"/>
              </a:spcBef>
              <a:spcAft>
                <a:spcPts val="0"/>
              </a:spcAft>
              <a:buNone/>
            </a:pPr>
            <a:endParaRPr sz="900" dirty="0">
              <a:solidFill>
                <a:schemeClr val="lt1"/>
              </a:solidFill>
            </a:endParaRPr>
          </a:p>
          <a:p>
            <a:pPr marL="0" lvl="0" indent="0" rtl="0">
              <a:lnSpc>
                <a:spcPct val="115000"/>
              </a:lnSpc>
              <a:spcBef>
                <a:spcPts val="1200"/>
              </a:spcBef>
              <a:spcAft>
                <a:spcPts val="0"/>
              </a:spcAft>
              <a:buNone/>
            </a:pPr>
            <a:endParaRPr sz="900" dirty="0">
              <a:solidFill>
                <a:schemeClr val="lt1"/>
              </a:solidFill>
            </a:endParaRPr>
          </a:p>
          <a:p>
            <a:pPr marL="0" lvl="0" indent="0" rtl="0">
              <a:spcBef>
                <a:spcPts val="1200"/>
              </a:spcBef>
              <a:spcAft>
                <a:spcPts val="0"/>
              </a:spcAft>
              <a:buNone/>
            </a:pPr>
            <a:endParaRPr sz="1100" b="1" dirty="0">
              <a:solidFill>
                <a:schemeClr val="lt1"/>
              </a:solidFill>
            </a:endParaRPr>
          </a:p>
        </p:txBody>
      </p:sp>
      <p:graphicFrame>
        <p:nvGraphicFramePr>
          <p:cNvPr id="184" name="Google Shape;184;p36"/>
          <p:cNvGraphicFramePr/>
          <p:nvPr>
            <p:extLst>
              <p:ext uri="{D42A27DB-BD31-4B8C-83A1-F6EECF244321}">
                <p14:modId xmlns:p14="http://schemas.microsoft.com/office/powerpoint/2010/main" val="913537237"/>
              </p:ext>
            </p:extLst>
          </p:nvPr>
        </p:nvGraphicFramePr>
        <p:xfrm>
          <a:off x="4749902" y="134473"/>
          <a:ext cx="4394090" cy="2174671"/>
        </p:xfrm>
        <a:graphic>
          <a:graphicData uri="http://schemas.openxmlformats.org/drawingml/2006/table">
            <a:tbl>
              <a:tblPr>
                <a:noFill/>
                <a:tableStyleId>{DFBD72C0-B631-4862-9162-07C6D545C25E}</a:tableStyleId>
              </a:tblPr>
              <a:tblGrid>
                <a:gridCol w="4394090">
                  <a:extLst>
                    <a:ext uri="{9D8B030D-6E8A-4147-A177-3AD203B41FA5}">
                      <a16:colId xmlns:a16="http://schemas.microsoft.com/office/drawing/2014/main" val="20000"/>
                    </a:ext>
                  </a:extLst>
                </a:gridCol>
              </a:tblGrid>
              <a:tr h="395365">
                <a:tc>
                  <a:txBody>
                    <a:bodyPr/>
                    <a:lstStyle/>
                    <a:p>
                      <a:pPr marL="0" marR="0" lvl="0" indent="0" algn="l" rtl="0">
                        <a:lnSpc>
                          <a:spcPct val="115000"/>
                        </a:lnSpc>
                        <a:spcBef>
                          <a:spcPts val="0"/>
                        </a:spcBef>
                        <a:spcAft>
                          <a:spcPts val="0"/>
                        </a:spcAft>
                        <a:buNone/>
                      </a:pPr>
                      <a:r>
                        <a:rPr lang="en" sz="1200" dirty="0">
                          <a:solidFill>
                            <a:srgbClr val="0F243E"/>
                          </a:solidFill>
                          <a:latin typeface="Poppins SemiBold"/>
                          <a:ea typeface="Poppins SemiBold"/>
                          <a:cs typeface="Poppins SemiBold"/>
                          <a:sym typeface="Poppins SemiBold"/>
                        </a:rPr>
                        <a:t>Short Term Goals</a:t>
                      </a:r>
                      <a:endParaRPr sz="1200" dirty="0">
                        <a:solidFill>
                          <a:srgbClr val="0F243E"/>
                        </a:solidFill>
                        <a:latin typeface="Poppins SemiBold"/>
                        <a:ea typeface="Poppins SemiBold"/>
                        <a:cs typeface="Poppins SemiBold"/>
                        <a:sym typeface="Poppins SemiBold"/>
                      </a:endParaRPr>
                    </a:p>
                  </a:txBody>
                  <a:tcPr marL="91425" marR="91425" marT="91425" marB="91425" anchor="ctr">
                    <a:lnL w="9525" cap="flat" cmpd="sng">
                      <a:solidFill>
                        <a:srgbClr val="FCFCFC">
                          <a:alpha val="0"/>
                        </a:srgbClr>
                      </a:solidFill>
                      <a:prstDash val="solid"/>
                      <a:round/>
                      <a:headEnd type="none" w="sm" len="sm"/>
                      <a:tailEnd type="none" w="sm" len="sm"/>
                    </a:lnL>
                    <a:lnR w="9525" cap="flat" cmpd="sng">
                      <a:solidFill>
                        <a:srgbClr val="FCFCFC">
                          <a:alpha val="0"/>
                        </a:srgbClr>
                      </a:solidFill>
                      <a:prstDash val="solid"/>
                      <a:round/>
                      <a:headEnd type="none" w="sm" len="sm"/>
                      <a:tailEnd type="none" w="sm" len="sm"/>
                    </a:lnR>
                    <a:lnT w="9525" cap="flat" cmpd="sng">
                      <a:solidFill>
                        <a:srgbClr val="FCFCFC">
                          <a:alpha val="0"/>
                        </a:srgbClr>
                      </a:solidFill>
                      <a:prstDash val="solid"/>
                      <a:round/>
                      <a:headEnd type="none" w="sm" len="sm"/>
                      <a:tailEnd type="none" w="sm" len="sm"/>
                    </a:lnT>
                    <a:lnB w="9525" cap="flat" cmpd="sng">
                      <a:solidFill>
                        <a:schemeClr val="accent5"/>
                      </a:solidFill>
                      <a:prstDash val="solid"/>
                      <a:round/>
                      <a:headEnd type="none" w="sm" len="sm"/>
                      <a:tailEnd type="none" w="sm" len="sm"/>
                    </a:lnB>
                  </a:tcPr>
                </a:tc>
                <a:extLst>
                  <a:ext uri="{0D108BD9-81ED-4DB2-BD59-A6C34878D82A}">
                    <a16:rowId xmlns:a16="http://schemas.microsoft.com/office/drawing/2014/main" val="10000"/>
                  </a:ext>
                </a:extLst>
              </a:tr>
              <a:tr h="644538">
                <a:tc>
                  <a:txBody>
                    <a:bodyPr/>
                    <a:lstStyle/>
                    <a:p>
                      <a:pPr marL="0" marR="0" lvl="0" indent="0" algn="l" rtl="0">
                        <a:lnSpc>
                          <a:spcPct val="115000"/>
                        </a:lnSpc>
                        <a:spcBef>
                          <a:spcPts val="1000"/>
                        </a:spcBef>
                        <a:spcAft>
                          <a:spcPts val="1000"/>
                        </a:spcAft>
                        <a:buNone/>
                      </a:pPr>
                      <a:r>
                        <a:rPr lang="en" sz="1100" dirty="0">
                          <a:solidFill>
                            <a:schemeClr val="accent4"/>
                          </a:solidFill>
                          <a:latin typeface="Lato"/>
                          <a:ea typeface="Lato"/>
                          <a:cs typeface="Lato"/>
                          <a:sym typeface="Lato"/>
                        </a:rPr>
                        <a:t>Test conversational AI capabilities through pilot programs, gathering user feedback and refining prompts. (Defensive Strategy)</a:t>
                      </a:r>
                      <a:endParaRPr sz="1100" dirty="0">
                        <a:solidFill>
                          <a:srgbClr val="0F243E"/>
                        </a:solidFill>
                        <a:latin typeface="Poppins SemiBold"/>
                        <a:ea typeface="Poppins SemiBold"/>
                        <a:cs typeface="Poppins SemiBold"/>
                        <a:sym typeface="Poppins SemiBold"/>
                      </a:endParaRPr>
                    </a:p>
                  </a:txBody>
                  <a:tcPr marL="91425" marR="91425" marT="91425" marB="91425" anchor="ctr">
                    <a:lnL w="9525" cap="flat" cmpd="sng">
                      <a:solidFill>
                        <a:srgbClr val="FCFCFC">
                          <a:alpha val="0"/>
                        </a:srgbClr>
                      </a:solidFill>
                      <a:prstDash val="solid"/>
                      <a:round/>
                      <a:headEnd type="none" w="sm" len="sm"/>
                      <a:tailEnd type="none" w="sm" len="sm"/>
                    </a:lnL>
                    <a:lnR w="9525" cap="flat" cmpd="sng">
                      <a:solidFill>
                        <a:srgbClr val="FCFCFC">
                          <a:alpha val="0"/>
                        </a:srgbClr>
                      </a:solidFill>
                      <a:prstDash val="solid"/>
                      <a:round/>
                      <a:headEnd type="none" w="sm" len="sm"/>
                      <a:tailEnd type="none" w="sm" len="sm"/>
                    </a:lnR>
                    <a:lnT w="9525" cap="flat" cmpd="sng">
                      <a:solidFill>
                        <a:schemeClr val="accent5"/>
                      </a:solidFill>
                      <a:prstDash val="solid"/>
                      <a:round/>
                      <a:headEnd type="none" w="sm" len="sm"/>
                      <a:tailEnd type="none" w="sm" len="sm"/>
                    </a:lnT>
                    <a:lnB w="9525" cap="flat" cmpd="sng">
                      <a:solidFill>
                        <a:schemeClr val="accent5"/>
                      </a:solidFill>
                      <a:prstDash val="solid"/>
                      <a:round/>
                      <a:headEnd type="none" w="sm" len="sm"/>
                      <a:tailEnd type="none" w="sm" len="sm"/>
                    </a:lnB>
                  </a:tcPr>
                </a:tc>
                <a:extLst>
                  <a:ext uri="{0D108BD9-81ED-4DB2-BD59-A6C34878D82A}">
                    <a16:rowId xmlns:a16="http://schemas.microsoft.com/office/drawing/2014/main" val="10001"/>
                  </a:ext>
                </a:extLst>
              </a:tr>
              <a:tr h="567384">
                <a:tc>
                  <a:txBody>
                    <a:bodyPr/>
                    <a:lstStyle/>
                    <a:p>
                      <a:pPr marL="0" marR="0" lvl="0" indent="0" algn="l" rtl="0">
                        <a:lnSpc>
                          <a:spcPct val="115000"/>
                        </a:lnSpc>
                        <a:spcBef>
                          <a:spcPts val="1000"/>
                        </a:spcBef>
                        <a:spcAft>
                          <a:spcPts val="1000"/>
                        </a:spcAft>
                        <a:buNone/>
                      </a:pPr>
                      <a:r>
                        <a:rPr lang="en" sz="1100" dirty="0">
                          <a:solidFill>
                            <a:schemeClr val="accent4"/>
                          </a:solidFill>
                          <a:latin typeface="Lato"/>
                          <a:ea typeface="Lato"/>
                          <a:cs typeface="Lato"/>
                          <a:sym typeface="Lato"/>
                        </a:rPr>
                        <a:t>Generate, Test, and validate 50 new AI-created meditations within the first six months. (Offensive Strategy)</a:t>
                      </a:r>
                      <a:endParaRPr sz="1100" dirty="0">
                        <a:solidFill>
                          <a:schemeClr val="accent4"/>
                        </a:solidFill>
                        <a:latin typeface="Lato"/>
                        <a:ea typeface="Lato"/>
                        <a:cs typeface="Lato"/>
                        <a:sym typeface="Lato"/>
                      </a:endParaRPr>
                    </a:p>
                  </a:txBody>
                  <a:tcPr marL="91425" marR="91425" marT="91425" marB="91425" anchor="ctr">
                    <a:lnL w="9525" cap="flat" cmpd="sng">
                      <a:solidFill>
                        <a:srgbClr val="FCFCFC">
                          <a:alpha val="0"/>
                        </a:srgbClr>
                      </a:solidFill>
                      <a:prstDash val="solid"/>
                      <a:round/>
                      <a:headEnd type="none" w="sm" len="sm"/>
                      <a:tailEnd type="none" w="sm" len="sm"/>
                    </a:lnL>
                    <a:lnR w="9525" cap="flat" cmpd="sng">
                      <a:solidFill>
                        <a:srgbClr val="FCFCFC">
                          <a:alpha val="0"/>
                        </a:srgbClr>
                      </a:solidFill>
                      <a:prstDash val="solid"/>
                      <a:round/>
                      <a:headEnd type="none" w="sm" len="sm"/>
                      <a:tailEnd type="none" w="sm" len="sm"/>
                    </a:lnR>
                    <a:lnT w="9525" cap="flat" cmpd="sng">
                      <a:solidFill>
                        <a:schemeClr val="accent5"/>
                      </a:solidFill>
                      <a:prstDash val="solid"/>
                      <a:round/>
                      <a:headEnd type="none" w="sm" len="sm"/>
                      <a:tailEnd type="none" w="sm" len="sm"/>
                    </a:lnT>
                    <a:lnB w="9525" cap="flat" cmpd="sng">
                      <a:solidFill>
                        <a:schemeClr val="accent5"/>
                      </a:solidFill>
                      <a:prstDash val="solid"/>
                      <a:round/>
                      <a:headEnd type="none" w="sm" len="sm"/>
                      <a:tailEnd type="none" w="sm" len="sm"/>
                    </a:lnB>
                  </a:tcPr>
                </a:tc>
                <a:extLst>
                  <a:ext uri="{0D108BD9-81ED-4DB2-BD59-A6C34878D82A}">
                    <a16:rowId xmlns:a16="http://schemas.microsoft.com/office/drawing/2014/main" val="10002"/>
                  </a:ext>
                </a:extLst>
              </a:tr>
              <a:tr h="567384">
                <a:tc>
                  <a:txBody>
                    <a:bodyPr/>
                    <a:lstStyle/>
                    <a:p>
                      <a:pPr marL="0" marR="0" lvl="0" indent="0" algn="l" rtl="0">
                        <a:lnSpc>
                          <a:spcPct val="115000"/>
                        </a:lnSpc>
                        <a:spcBef>
                          <a:spcPts val="1000"/>
                        </a:spcBef>
                        <a:spcAft>
                          <a:spcPts val="1000"/>
                        </a:spcAft>
                        <a:buNone/>
                      </a:pPr>
                      <a:r>
                        <a:rPr lang="en" sz="1100" dirty="0">
                          <a:solidFill>
                            <a:schemeClr val="accent4"/>
                          </a:solidFill>
                          <a:latin typeface="Lato"/>
                          <a:ea typeface="Lato"/>
                          <a:cs typeface="Lato"/>
                          <a:sym typeface="Lato"/>
                        </a:rPr>
                        <a:t>Engage 30% of existing users with the Mindful Companion feature within three months of launch. (Defensive Strategy)</a:t>
                      </a:r>
                      <a:endParaRPr sz="1100" dirty="0">
                        <a:solidFill>
                          <a:schemeClr val="accent4"/>
                        </a:solidFill>
                        <a:latin typeface="Lato"/>
                        <a:ea typeface="Lato"/>
                        <a:cs typeface="Lato"/>
                        <a:sym typeface="Lato"/>
                      </a:endParaRPr>
                    </a:p>
                  </a:txBody>
                  <a:tcPr marL="91425" marR="91425" marT="91425" marB="91425" anchor="ctr">
                    <a:lnL w="9525" cap="flat" cmpd="sng">
                      <a:solidFill>
                        <a:srgbClr val="FCFCFC">
                          <a:alpha val="0"/>
                        </a:srgbClr>
                      </a:solidFill>
                      <a:prstDash val="solid"/>
                      <a:round/>
                      <a:headEnd type="none" w="sm" len="sm"/>
                      <a:tailEnd type="none" w="sm" len="sm"/>
                    </a:lnL>
                    <a:lnR w="9525" cap="flat" cmpd="sng">
                      <a:solidFill>
                        <a:srgbClr val="FCFCFC">
                          <a:alpha val="0"/>
                        </a:srgbClr>
                      </a:solidFill>
                      <a:prstDash val="solid"/>
                      <a:round/>
                      <a:headEnd type="none" w="sm" len="sm"/>
                      <a:tailEnd type="none" w="sm" len="sm"/>
                    </a:lnR>
                    <a:lnT w="9525" cap="flat" cmpd="sng">
                      <a:solidFill>
                        <a:schemeClr val="accent5"/>
                      </a:solidFill>
                      <a:prstDash val="solid"/>
                      <a:round/>
                      <a:headEnd type="none" w="sm" len="sm"/>
                      <a:tailEnd type="none" w="sm" len="sm"/>
                    </a:lnT>
                    <a:lnB w="9525" cap="flat" cmpd="sng">
                      <a:solidFill>
                        <a:schemeClr val="accent5"/>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graphicFrame>
        <p:nvGraphicFramePr>
          <p:cNvPr id="185" name="Google Shape;185;p36"/>
          <p:cNvGraphicFramePr/>
          <p:nvPr>
            <p:extLst>
              <p:ext uri="{D42A27DB-BD31-4B8C-83A1-F6EECF244321}">
                <p14:modId xmlns:p14="http://schemas.microsoft.com/office/powerpoint/2010/main" val="941695175"/>
              </p:ext>
            </p:extLst>
          </p:nvPr>
        </p:nvGraphicFramePr>
        <p:xfrm>
          <a:off x="4749902" y="2334078"/>
          <a:ext cx="4394090" cy="3124207"/>
        </p:xfrm>
        <a:graphic>
          <a:graphicData uri="http://schemas.openxmlformats.org/drawingml/2006/table">
            <a:tbl>
              <a:tblPr>
                <a:noFill/>
                <a:tableStyleId>{DFBD72C0-B631-4862-9162-07C6D545C25E}</a:tableStyleId>
              </a:tblPr>
              <a:tblGrid>
                <a:gridCol w="4394090">
                  <a:extLst>
                    <a:ext uri="{9D8B030D-6E8A-4147-A177-3AD203B41FA5}">
                      <a16:colId xmlns:a16="http://schemas.microsoft.com/office/drawing/2014/main" val="20000"/>
                    </a:ext>
                  </a:extLst>
                </a:gridCol>
              </a:tblGrid>
              <a:tr h="0">
                <a:tc>
                  <a:txBody>
                    <a:bodyPr/>
                    <a:lstStyle/>
                    <a:p>
                      <a:pPr marL="0" marR="0" lvl="0" indent="0" algn="l" rtl="0">
                        <a:lnSpc>
                          <a:spcPct val="115000"/>
                        </a:lnSpc>
                        <a:spcBef>
                          <a:spcPts val="0"/>
                        </a:spcBef>
                        <a:spcAft>
                          <a:spcPts val="0"/>
                        </a:spcAft>
                        <a:buNone/>
                      </a:pPr>
                      <a:r>
                        <a:rPr lang="en" sz="1200">
                          <a:solidFill>
                            <a:srgbClr val="0F243E"/>
                          </a:solidFill>
                          <a:latin typeface="Poppins SemiBold"/>
                          <a:ea typeface="Poppins SemiBold"/>
                          <a:cs typeface="Poppins SemiBold"/>
                          <a:sym typeface="Poppins SemiBold"/>
                        </a:rPr>
                        <a:t>Long Term Goals</a:t>
                      </a:r>
                      <a:endParaRPr sz="1200">
                        <a:solidFill>
                          <a:srgbClr val="0F243E"/>
                        </a:solidFill>
                        <a:latin typeface="Poppins SemiBold"/>
                        <a:ea typeface="Poppins SemiBold"/>
                        <a:cs typeface="Poppins SemiBold"/>
                        <a:sym typeface="Poppins SemiBold"/>
                      </a:endParaRPr>
                    </a:p>
                  </a:txBody>
                  <a:tcPr marL="91425" marR="91425" marT="91425" marB="91425" anchor="ctr">
                    <a:lnL w="9525" cap="flat" cmpd="sng">
                      <a:solidFill>
                        <a:srgbClr val="FCFCFC">
                          <a:alpha val="0"/>
                        </a:srgbClr>
                      </a:solidFill>
                      <a:prstDash val="solid"/>
                      <a:round/>
                      <a:headEnd type="none" w="sm" len="sm"/>
                      <a:tailEnd type="none" w="sm" len="sm"/>
                    </a:lnL>
                    <a:lnR w="9525" cap="flat" cmpd="sng">
                      <a:solidFill>
                        <a:srgbClr val="FCFCFC">
                          <a:alpha val="0"/>
                        </a:srgbClr>
                      </a:solidFill>
                      <a:prstDash val="solid"/>
                      <a:round/>
                      <a:headEnd type="none" w="sm" len="sm"/>
                      <a:tailEnd type="none" w="sm" len="sm"/>
                    </a:lnR>
                    <a:lnT w="9525" cap="flat" cmpd="sng">
                      <a:solidFill>
                        <a:srgbClr val="FCFCFC">
                          <a:alpha val="0"/>
                        </a:srgbClr>
                      </a:solidFill>
                      <a:prstDash val="solid"/>
                      <a:round/>
                      <a:headEnd type="none" w="sm" len="sm"/>
                      <a:tailEnd type="none" w="sm" len="sm"/>
                    </a:lnT>
                    <a:lnB w="9525" cap="flat" cmpd="sng">
                      <a:solidFill>
                        <a:schemeClr val="accent5"/>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marR="0" lvl="0" indent="0" algn="l" rtl="0">
                        <a:lnSpc>
                          <a:spcPct val="115000"/>
                        </a:lnSpc>
                        <a:spcBef>
                          <a:spcPts val="1000"/>
                        </a:spcBef>
                        <a:spcAft>
                          <a:spcPts val="1000"/>
                        </a:spcAft>
                        <a:buNone/>
                      </a:pPr>
                      <a:r>
                        <a:rPr lang="en" sz="1100" dirty="0">
                          <a:solidFill>
                            <a:schemeClr val="accent4"/>
                          </a:solidFill>
                          <a:latin typeface="Lato"/>
                          <a:ea typeface="Lato"/>
                          <a:cs typeface="Lato"/>
                          <a:sym typeface="Lato"/>
                        </a:rPr>
                        <a:t>Scale AI-generated content to add 200 validated meditations per year. (Defensive Strategy)</a:t>
                      </a:r>
                      <a:endParaRPr sz="1100" dirty="0">
                        <a:solidFill>
                          <a:schemeClr val="accent4"/>
                        </a:solidFill>
                        <a:latin typeface="Lato"/>
                        <a:ea typeface="Lato"/>
                        <a:cs typeface="Lato"/>
                        <a:sym typeface="Lato"/>
                      </a:endParaRPr>
                    </a:p>
                  </a:txBody>
                  <a:tcPr marL="91425" marR="91425" marT="91425" marB="91425" anchor="ctr">
                    <a:lnL w="9525" cap="flat" cmpd="sng">
                      <a:solidFill>
                        <a:srgbClr val="FCFCFC">
                          <a:alpha val="0"/>
                        </a:srgbClr>
                      </a:solidFill>
                      <a:prstDash val="solid"/>
                      <a:round/>
                      <a:headEnd type="none" w="sm" len="sm"/>
                      <a:tailEnd type="none" w="sm" len="sm"/>
                    </a:lnL>
                    <a:lnR w="9525" cap="flat" cmpd="sng">
                      <a:solidFill>
                        <a:srgbClr val="FCFCFC">
                          <a:alpha val="0"/>
                        </a:srgbClr>
                      </a:solidFill>
                      <a:prstDash val="solid"/>
                      <a:round/>
                      <a:headEnd type="none" w="sm" len="sm"/>
                      <a:tailEnd type="none" w="sm" len="sm"/>
                    </a:lnR>
                    <a:lnT w="9525" cap="flat" cmpd="sng">
                      <a:solidFill>
                        <a:schemeClr val="accent5"/>
                      </a:solidFill>
                      <a:prstDash val="solid"/>
                      <a:round/>
                      <a:headEnd type="none" w="sm" len="sm"/>
                      <a:tailEnd type="none" w="sm" len="sm"/>
                    </a:lnT>
                    <a:lnB w="9525" cap="flat" cmpd="sng">
                      <a:solidFill>
                        <a:schemeClr val="accent5"/>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marR="0" lvl="0" indent="0" algn="l" rtl="0">
                        <a:lnSpc>
                          <a:spcPct val="115000"/>
                        </a:lnSpc>
                        <a:spcBef>
                          <a:spcPts val="1000"/>
                        </a:spcBef>
                        <a:spcAft>
                          <a:spcPts val="1000"/>
                        </a:spcAft>
                        <a:buNone/>
                      </a:pPr>
                      <a:r>
                        <a:rPr lang="en" sz="1100" dirty="0">
                          <a:solidFill>
                            <a:schemeClr val="accent4"/>
                          </a:solidFill>
                          <a:latin typeface="Lato"/>
                          <a:ea typeface="Lato"/>
                          <a:cs typeface="Lato"/>
                          <a:sym typeface="Lato"/>
                        </a:rPr>
                        <a:t>Embrace the power of AI-generated meditations inspired by the Healthy Minds Program framework, integrating them into personalized meditation features that nurture lasting connections with our users. (Offensive Strategy)</a:t>
                      </a:r>
                      <a:endParaRPr sz="1100" dirty="0">
                        <a:solidFill>
                          <a:schemeClr val="accent4"/>
                        </a:solidFill>
                        <a:latin typeface="Lato"/>
                        <a:ea typeface="Lato"/>
                        <a:cs typeface="Lato"/>
                        <a:sym typeface="Lato"/>
                      </a:endParaRPr>
                    </a:p>
                  </a:txBody>
                  <a:tcPr marL="91425" marR="91425" marT="91425" marB="91425" anchor="ctr">
                    <a:lnL w="9525" cap="flat" cmpd="sng">
                      <a:solidFill>
                        <a:srgbClr val="FCFCFC">
                          <a:alpha val="0"/>
                        </a:srgbClr>
                      </a:solidFill>
                      <a:prstDash val="solid"/>
                      <a:round/>
                      <a:headEnd type="none" w="sm" len="sm"/>
                      <a:tailEnd type="none" w="sm" len="sm"/>
                    </a:lnL>
                    <a:lnR w="9525" cap="flat" cmpd="sng">
                      <a:solidFill>
                        <a:srgbClr val="FCFCFC">
                          <a:alpha val="0"/>
                        </a:srgbClr>
                      </a:solidFill>
                      <a:prstDash val="solid"/>
                      <a:round/>
                      <a:headEnd type="none" w="sm" len="sm"/>
                      <a:tailEnd type="none" w="sm" len="sm"/>
                    </a:lnR>
                    <a:lnT w="9525" cap="flat" cmpd="sng">
                      <a:solidFill>
                        <a:schemeClr val="accent5"/>
                      </a:solidFill>
                      <a:prstDash val="solid"/>
                      <a:round/>
                      <a:headEnd type="none" w="sm" len="sm"/>
                      <a:tailEnd type="none" w="sm" len="sm"/>
                    </a:lnT>
                    <a:lnB w="9525" cap="flat" cmpd="sng">
                      <a:solidFill>
                        <a:schemeClr val="accent5"/>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marR="0" lvl="0" indent="0" algn="l" rtl="0">
                        <a:lnSpc>
                          <a:spcPct val="115000"/>
                        </a:lnSpc>
                        <a:spcBef>
                          <a:spcPts val="1000"/>
                        </a:spcBef>
                        <a:spcAft>
                          <a:spcPts val="0"/>
                        </a:spcAft>
                        <a:buNone/>
                      </a:pPr>
                      <a:r>
                        <a:rPr lang="en" sz="1100" dirty="0">
                          <a:solidFill>
                            <a:schemeClr val="accent4"/>
                          </a:solidFill>
                          <a:latin typeface="Lato"/>
                          <a:ea typeface="Lato"/>
                          <a:cs typeface="Lato"/>
                          <a:sym typeface="Lato"/>
                        </a:rPr>
                        <a:t>Position the Healthy Minds Program as the top mental health app globally by the end of year two, leveraging AI to translate lessons and practices into multiple languages, enabling global expansion. (Offensive Strategy)</a:t>
                      </a:r>
                      <a:endParaRPr sz="1100" dirty="0">
                        <a:solidFill>
                          <a:schemeClr val="accent4"/>
                        </a:solidFill>
                        <a:latin typeface="Lato"/>
                        <a:ea typeface="Lato"/>
                        <a:cs typeface="Lato"/>
                        <a:sym typeface="Lato"/>
                      </a:endParaRPr>
                    </a:p>
                    <a:p>
                      <a:pPr marL="0" marR="0" lvl="0" indent="0" algn="l" rtl="0">
                        <a:lnSpc>
                          <a:spcPct val="115000"/>
                        </a:lnSpc>
                        <a:spcBef>
                          <a:spcPts val="1000"/>
                        </a:spcBef>
                        <a:spcAft>
                          <a:spcPts val="1000"/>
                        </a:spcAft>
                        <a:buNone/>
                      </a:pPr>
                      <a:endParaRPr sz="1100" dirty="0">
                        <a:solidFill>
                          <a:schemeClr val="accent4"/>
                        </a:solidFill>
                        <a:latin typeface="Lato"/>
                        <a:ea typeface="Lato"/>
                        <a:cs typeface="Lato"/>
                        <a:sym typeface="Lato"/>
                      </a:endParaRPr>
                    </a:p>
                  </a:txBody>
                  <a:tcPr marL="91425" marR="91425" marT="91425" marB="91425" anchor="ctr">
                    <a:lnL w="9525" cap="flat" cmpd="sng">
                      <a:solidFill>
                        <a:srgbClr val="FCFCFC">
                          <a:alpha val="0"/>
                        </a:srgbClr>
                      </a:solidFill>
                      <a:prstDash val="solid"/>
                      <a:round/>
                      <a:headEnd type="none" w="sm" len="sm"/>
                      <a:tailEnd type="none" w="sm" len="sm"/>
                    </a:lnL>
                    <a:lnR w="9525" cap="flat" cmpd="sng">
                      <a:solidFill>
                        <a:srgbClr val="FCFCFC">
                          <a:alpha val="0"/>
                        </a:srgbClr>
                      </a:solidFill>
                      <a:prstDash val="solid"/>
                      <a:round/>
                      <a:headEnd type="none" w="sm" len="sm"/>
                      <a:tailEnd type="none" w="sm" len="sm"/>
                    </a:lnR>
                    <a:lnT w="9525" cap="flat" cmpd="sng">
                      <a:solidFill>
                        <a:schemeClr val="accent5"/>
                      </a:solidFill>
                      <a:prstDash val="solid"/>
                      <a:round/>
                      <a:headEnd type="none" w="sm" len="sm"/>
                      <a:tailEnd type="none" w="sm" len="sm"/>
                    </a:lnT>
                    <a:lnB w="9525" cap="flat" cmpd="sng">
                      <a:solidFill>
                        <a:schemeClr val="accent5"/>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pic>
        <p:nvPicPr>
          <p:cNvPr id="3" name="Graphic 2" descr="Target with solid fill">
            <a:extLst>
              <a:ext uri="{FF2B5EF4-FFF2-40B4-BE49-F238E27FC236}">
                <a16:creationId xmlns:a16="http://schemas.microsoft.com/office/drawing/2014/main" id="{20F0053B-0F5D-E724-5EBD-3630BE38487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23412" y="2017058"/>
            <a:ext cx="761999" cy="774219"/>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9"/>
        <p:cNvGrpSpPr/>
        <p:nvPr/>
      </p:nvGrpSpPr>
      <p:grpSpPr>
        <a:xfrm>
          <a:off x="0" y="0"/>
          <a:ext cx="0" cy="0"/>
          <a:chOff x="0" y="0"/>
          <a:chExt cx="0" cy="0"/>
        </a:xfrm>
      </p:grpSpPr>
      <p:sp>
        <p:nvSpPr>
          <p:cNvPr id="190" name="Google Shape;190;p37"/>
          <p:cNvSpPr/>
          <p:nvPr/>
        </p:nvSpPr>
        <p:spPr>
          <a:xfrm>
            <a:off x="302050" y="286875"/>
            <a:ext cx="3734700" cy="4571996"/>
          </a:xfrm>
          <a:prstGeom prst="roundRect">
            <a:avLst>
              <a:gd name="adj" fmla="val 2574"/>
            </a:avLst>
          </a:prstGeom>
          <a:solidFill>
            <a:schemeClr val="dk2"/>
          </a:solidFill>
          <a:ln w="9525" cap="flat" cmpd="sng">
            <a:solidFill>
              <a:schemeClr val="dk2"/>
            </a:solidFill>
            <a:prstDash val="solid"/>
            <a:round/>
            <a:headEnd type="none" w="sm" len="sm"/>
            <a:tailEnd type="none" w="sm" len="sm"/>
          </a:ln>
        </p:spPr>
        <p:txBody>
          <a:bodyPr spcFirstLastPara="1" wrap="square" lIns="365750" tIns="365750" rIns="365750" bIns="365750" anchor="t" anchorCtr="0">
            <a:noAutofit/>
          </a:bodyPr>
          <a:lstStyle/>
          <a:p>
            <a:pPr marL="0" lvl="0" indent="0" algn="l" rtl="0">
              <a:spcBef>
                <a:spcPts val="0"/>
              </a:spcBef>
              <a:spcAft>
                <a:spcPts val="0"/>
              </a:spcAft>
              <a:buNone/>
            </a:pPr>
            <a:r>
              <a:rPr lang="en" b="1" dirty="0">
                <a:solidFill>
                  <a:schemeClr val="lt1"/>
                </a:solidFill>
              </a:rPr>
              <a:t>PRD Abstract</a:t>
            </a:r>
            <a:endParaRPr b="1" dirty="0">
              <a:solidFill>
                <a:schemeClr val="lt1"/>
              </a:solidFill>
            </a:endParaRPr>
          </a:p>
          <a:p>
            <a:pPr marL="0" lvl="0" indent="0" algn="l" rtl="0">
              <a:spcBef>
                <a:spcPts val="0"/>
              </a:spcBef>
              <a:spcAft>
                <a:spcPts val="0"/>
              </a:spcAft>
              <a:buNone/>
            </a:pPr>
            <a:endParaRPr dirty="0">
              <a:solidFill>
                <a:schemeClr val="lt1"/>
              </a:solidFill>
            </a:endParaRPr>
          </a:p>
          <a:p>
            <a:pPr marL="0" lvl="0" indent="0" algn="l" rtl="0">
              <a:spcBef>
                <a:spcPts val="0"/>
              </a:spcBef>
              <a:spcAft>
                <a:spcPts val="0"/>
              </a:spcAft>
              <a:buNone/>
            </a:pPr>
            <a:r>
              <a:rPr lang="en" sz="1200" dirty="0">
                <a:solidFill>
                  <a:schemeClr val="lt1"/>
                </a:solidFill>
              </a:rPr>
              <a:t>The Mindful Companion AI is a groundbreaking project designed to personalize and expand mindfulness practices within the Healthy Minds Program. By combining conversational AI with the program’s scientifically validated framework, this feature dynamically creates guided meditations tailored to individual user needs.</a:t>
            </a:r>
          </a:p>
          <a:p>
            <a:pPr marL="0" lvl="0" indent="0" algn="l" rtl="0">
              <a:spcBef>
                <a:spcPts val="0"/>
              </a:spcBef>
              <a:spcAft>
                <a:spcPts val="0"/>
              </a:spcAft>
              <a:buNone/>
            </a:pPr>
            <a:endParaRPr sz="1200" dirty="0">
              <a:solidFill>
                <a:schemeClr val="lt1"/>
              </a:solidFill>
            </a:endParaRPr>
          </a:p>
          <a:p>
            <a:pPr marL="0" lvl="0" indent="0" algn="l" rtl="0">
              <a:spcBef>
                <a:spcPts val="0"/>
              </a:spcBef>
              <a:spcAft>
                <a:spcPts val="0"/>
              </a:spcAft>
              <a:buNone/>
            </a:pPr>
            <a:r>
              <a:rPr lang="en" b="1" dirty="0">
                <a:solidFill>
                  <a:schemeClr val="lt1"/>
                </a:solidFill>
              </a:rPr>
              <a:t>Implementation Strategy:</a:t>
            </a:r>
            <a:endParaRPr b="1" dirty="0">
              <a:solidFill>
                <a:schemeClr val="lt1"/>
              </a:solidFill>
            </a:endParaRPr>
          </a:p>
          <a:p>
            <a:pPr marL="457200" lvl="0" indent="-298450" algn="l" rtl="0">
              <a:spcBef>
                <a:spcPts val="0"/>
              </a:spcBef>
              <a:spcAft>
                <a:spcPts val="0"/>
              </a:spcAft>
              <a:buClr>
                <a:schemeClr val="lt1"/>
              </a:buClr>
              <a:buSzPts val="1100"/>
              <a:buChar char="●"/>
            </a:pPr>
            <a:r>
              <a:rPr lang="en" sz="1100" dirty="0">
                <a:solidFill>
                  <a:schemeClr val="lt1"/>
                </a:solidFill>
              </a:rPr>
              <a:t>Collaborate with mindfulness experts to review AI-generated meditations.</a:t>
            </a:r>
            <a:endParaRPr sz="1100" dirty="0">
              <a:solidFill>
                <a:schemeClr val="lt1"/>
              </a:solidFill>
            </a:endParaRPr>
          </a:p>
          <a:p>
            <a:pPr marL="457200" lvl="0" indent="-298450" algn="l" rtl="0">
              <a:spcBef>
                <a:spcPts val="0"/>
              </a:spcBef>
              <a:spcAft>
                <a:spcPts val="0"/>
              </a:spcAft>
              <a:buClr>
                <a:schemeClr val="lt1"/>
              </a:buClr>
              <a:buSzPts val="1100"/>
              <a:buChar char="●"/>
            </a:pPr>
            <a:r>
              <a:rPr lang="en" sz="1100" dirty="0">
                <a:solidFill>
                  <a:schemeClr val="lt1"/>
                </a:solidFill>
              </a:rPr>
              <a:t>Use iterative feedback loops for rapid improvements.</a:t>
            </a:r>
            <a:endParaRPr sz="1100" dirty="0">
              <a:solidFill>
                <a:schemeClr val="lt1"/>
              </a:solidFill>
            </a:endParaRPr>
          </a:p>
          <a:p>
            <a:pPr marL="457200" lvl="0" indent="-298450" algn="l" rtl="0">
              <a:spcBef>
                <a:spcPts val="0"/>
              </a:spcBef>
              <a:spcAft>
                <a:spcPts val="0"/>
              </a:spcAft>
              <a:buClr>
                <a:schemeClr val="lt1"/>
              </a:buClr>
              <a:buSzPts val="1100"/>
              <a:buChar char="●"/>
            </a:pPr>
            <a:r>
              <a:rPr lang="en" sz="1100" dirty="0">
                <a:solidFill>
                  <a:schemeClr val="lt1"/>
                </a:solidFill>
              </a:rPr>
              <a:t>Design user-centric features ensuring intuitive interaction and trust-building. </a:t>
            </a:r>
            <a:endParaRPr sz="1100" dirty="0">
              <a:solidFill>
                <a:schemeClr val="lt1"/>
              </a:solidFill>
            </a:endParaRPr>
          </a:p>
          <a:p>
            <a:pPr marL="0" lvl="0" indent="0" algn="l" rtl="0">
              <a:spcBef>
                <a:spcPts val="0"/>
              </a:spcBef>
              <a:spcAft>
                <a:spcPts val="0"/>
              </a:spcAft>
              <a:buNone/>
            </a:pPr>
            <a:endParaRPr sz="1100" dirty="0">
              <a:solidFill>
                <a:schemeClr val="lt1"/>
              </a:solidFill>
            </a:endParaRPr>
          </a:p>
          <a:p>
            <a:pPr marL="0" lvl="0" indent="0" algn="l" rtl="0">
              <a:spcBef>
                <a:spcPts val="0"/>
              </a:spcBef>
              <a:spcAft>
                <a:spcPts val="0"/>
              </a:spcAft>
              <a:buNone/>
            </a:pPr>
            <a:endParaRPr dirty="0">
              <a:solidFill>
                <a:schemeClr val="lt1"/>
              </a:solidFill>
            </a:endParaRPr>
          </a:p>
        </p:txBody>
      </p:sp>
      <p:graphicFrame>
        <p:nvGraphicFramePr>
          <p:cNvPr id="191" name="Google Shape;191;p37"/>
          <p:cNvGraphicFramePr/>
          <p:nvPr>
            <p:extLst>
              <p:ext uri="{D42A27DB-BD31-4B8C-83A1-F6EECF244321}">
                <p14:modId xmlns:p14="http://schemas.microsoft.com/office/powerpoint/2010/main" val="1052227797"/>
              </p:ext>
            </p:extLst>
          </p:nvPr>
        </p:nvGraphicFramePr>
        <p:xfrm>
          <a:off x="4308892" y="286878"/>
          <a:ext cx="4574025" cy="2073981"/>
        </p:xfrm>
        <a:graphic>
          <a:graphicData uri="http://schemas.openxmlformats.org/drawingml/2006/table">
            <a:tbl>
              <a:tblPr>
                <a:noFill/>
                <a:tableStyleId>{DFBD72C0-B631-4862-9162-07C6D545C25E}</a:tableStyleId>
              </a:tblPr>
              <a:tblGrid>
                <a:gridCol w="4574025">
                  <a:extLst>
                    <a:ext uri="{9D8B030D-6E8A-4147-A177-3AD203B41FA5}">
                      <a16:colId xmlns:a16="http://schemas.microsoft.com/office/drawing/2014/main" val="20000"/>
                    </a:ext>
                  </a:extLst>
                </a:gridCol>
              </a:tblGrid>
              <a:tr h="232975">
                <a:tc>
                  <a:txBody>
                    <a:bodyPr/>
                    <a:lstStyle/>
                    <a:p>
                      <a:pPr marL="0" marR="0" lvl="0" indent="0" algn="l" rtl="0">
                        <a:lnSpc>
                          <a:spcPct val="115000"/>
                        </a:lnSpc>
                        <a:spcBef>
                          <a:spcPts val="0"/>
                        </a:spcBef>
                        <a:spcAft>
                          <a:spcPts val="0"/>
                        </a:spcAft>
                        <a:buNone/>
                      </a:pPr>
                      <a:r>
                        <a:rPr lang="en" sz="1400" b="0" dirty="0">
                          <a:solidFill>
                            <a:srgbClr val="0F243E"/>
                          </a:solidFill>
                          <a:latin typeface="Poppins SemiBold"/>
                          <a:ea typeface="Poppins SemiBold"/>
                          <a:cs typeface="Poppins SemiBold"/>
                          <a:sym typeface="Poppins SemiBold"/>
                        </a:rPr>
                        <a:t>Purpose and Objectives</a:t>
                      </a:r>
                      <a:endParaRPr sz="1400" b="0" dirty="0">
                        <a:solidFill>
                          <a:srgbClr val="0F243E"/>
                        </a:solidFill>
                        <a:latin typeface="Poppins SemiBold"/>
                        <a:ea typeface="Poppins SemiBold"/>
                        <a:cs typeface="Poppins SemiBold"/>
                        <a:sym typeface="Poppins SemiBold"/>
                      </a:endParaRPr>
                    </a:p>
                  </a:txBody>
                  <a:tcPr marL="91425" marR="91425" marT="91425" marB="91425" anchor="ctr">
                    <a:lnL w="9525" cap="flat" cmpd="sng">
                      <a:solidFill>
                        <a:srgbClr val="FCFCFC">
                          <a:alpha val="0"/>
                        </a:srgbClr>
                      </a:solidFill>
                      <a:prstDash val="solid"/>
                      <a:round/>
                      <a:headEnd type="none" w="sm" len="sm"/>
                      <a:tailEnd type="none" w="sm" len="sm"/>
                    </a:lnL>
                    <a:lnR w="9525" cap="flat" cmpd="sng">
                      <a:solidFill>
                        <a:srgbClr val="FCFCFC">
                          <a:alpha val="0"/>
                        </a:srgbClr>
                      </a:solidFill>
                      <a:prstDash val="solid"/>
                      <a:round/>
                      <a:headEnd type="none" w="sm" len="sm"/>
                      <a:tailEnd type="none" w="sm" len="sm"/>
                    </a:lnR>
                    <a:lnT w="9525" cap="flat" cmpd="sng">
                      <a:solidFill>
                        <a:srgbClr val="FCFCFC">
                          <a:alpha val="0"/>
                        </a:srgbClr>
                      </a:solidFill>
                      <a:prstDash val="solid"/>
                      <a:round/>
                      <a:headEnd type="none" w="sm" len="sm"/>
                      <a:tailEnd type="none" w="sm" len="sm"/>
                    </a:lnT>
                    <a:lnB w="9525" cap="flat" cmpd="sng">
                      <a:solidFill>
                        <a:schemeClr val="accent5"/>
                      </a:solidFill>
                      <a:prstDash val="solid"/>
                      <a:round/>
                      <a:headEnd type="none" w="sm" len="sm"/>
                      <a:tailEnd type="none" w="sm" len="sm"/>
                    </a:lnB>
                  </a:tcPr>
                </a:tc>
                <a:extLst>
                  <a:ext uri="{0D108BD9-81ED-4DB2-BD59-A6C34878D82A}">
                    <a16:rowId xmlns:a16="http://schemas.microsoft.com/office/drawing/2014/main" val="10000"/>
                  </a:ext>
                </a:extLst>
              </a:tr>
              <a:tr h="442900">
                <a:tc>
                  <a:txBody>
                    <a:bodyPr/>
                    <a:lstStyle/>
                    <a:p>
                      <a:pPr marL="0" marR="0" lvl="0" indent="0" algn="l" rtl="0">
                        <a:lnSpc>
                          <a:spcPct val="115000"/>
                        </a:lnSpc>
                        <a:spcBef>
                          <a:spcPts val="1000"/>
                        </a:spcBef>
                        <a:spcAft>
                          <a:spcPts val="1000"/>
                        </a:spcAft>
                        <a:buNone/>
                      </a:pPr>
                      <a:r>
                        <a:rPr lang="en" sz="1100" b="1" dirty="0">
                          <a:solidFill>
                            <a:schemeClr val="lt2"/>
                          </a:solidFill>
                          <a:latin typeface="Lato"/>
                          <a:ea typeface="Lato"/>
                          <a:cs typeface="Lato"/>
                          <a:sym typeface="Lato"/>
                        </a:rPr>
                        <a:t>Increase user engagement by delivering reflective prompts and personalized content.</a:t>
                      </a:r>
                      <a:endParaRPr sz="1100" dirty="0">
                        <a:solidFill>
                          <a:schemeClr val="accent4"/>
                        </a:solidFill>
                        <a:latin typeface="Lato"/>
                        <a:ea typeface="Lato"/>
                        <a:cs typeface="Lato"/>
                        <a:sym typeface="Lato"/>
                      </a:endParaRPr>
                    </a:p>
                  </a:txBody>
                  <a:tcPr marL="91425" marR="91425" marT="91425" marB="91425" anchor="ctr">
                    <a:lnL w="9525" cap="flat" cmpd="sng">
                      <a:solidFill>
                        <a:srgbClr val="FCFCFC">
                          <a:alpha val="0"/>
                        </a:srgbClr>
                      </a:solidFill>
                      <a:prstDash val="solid"/>
                      <a:round/>
                      <a:headEnd type="none" w="sm" len="sm"/>
                      <a:tailEnd type="none" w="sm" len="sm"/>
                    </a:lnL>
                    <a:lnR w="9525" cap="flat" cmpd="sng">
                      <a:solidFill>
                        <a:srgbClr val="FCFCFC">
                          <a:alpha val="0"/>
                        </a:srgbClr>
                      </a:solidFill>
                      <a:prstDash val="solid"/>
                      <a:round/>
                      <a:headEnd type="none" w="sm" len="sm"/>
                      <a:tailEnd type="none" w="sm" len="sm"/>
                    </a:lnR>
                    <a:lnT w="9525" cap="flat" cmpd="sng">
                      <a:solidFill>
                        <a:schemeClr val="accent5"/>
                      </a:solidFill>
                      <a:prstDash val="solid"/>
                      <a:round/>
                      <a:headEnd type="none" w="sm" len="sm"/>
                      <a:tailEnd type="none" w="sm" len="sm"/>
                    </a:lnT>
                    <a:lnB w="9525" cap="flat" cmpd="sng">
                      <a:solidFill>
                        <a:schemeClr val="accent5"/>
                      </a:solidFill>
                      <a:prstDash val="solid"/>
                      <a:round/>
                      <a:headEnd type="none" w="sm" len="sm"/>
                      <a:tailEnd type="none" w="sm" len="sm"/>
                    </a:lnB>
                  </a:tcPr>
                </a:tc>
                <a:extLst>
                  <a:ext uri="{0D108BD9-81ED-4DB2-BD59-A6C34878D82A}">
                    <a16:rowId xmlns:a16="http://schemas.microsoft.com/office/drawing/2014/main" val="10001"/>
                  </a:ext>
                </a:extLst>
              </a:tr>
              <a:tr h="442900">
                <a:tc>
                  <a:txBody>
                    <a:bodyPr/>
                    <a:lstStyle/>
                    <a:p>
                      <a:pPr marL="0" marR="0" lvl="0" indent="0" algn="l" rtl="0">
                        <a:lnSpc>
                          <a:spcPct val="115000"/>
                        </a:lnSpc>
                        <a:spcBef>
                          <a:spcPts val="1000"/>
                        </a:spcBef>
                        <a:spcAft>
                          <a:spcPts val="1000"/>
                        </a:spcAft>
                        <a:buNone/>
                      </a:pPr>
                      <a:r>
                        <a:rPr lang="en" sz="1100" b="1" dirty="0">
                          <a:solidFill>
                            <a:schemeClr val="lt2"/>
                          </a:solidFill>
                          <a:latin typeface="Lato"/>
                          <a:ea typeface="Lato"/>
                          <a:cs typeface="Lato"/>
                          <a:sym typeface="Lato"/>
                        </a:rPr>
                        <a:t>Enable scalable creation of new mindfulness resources validated by experts.</a:t>
                      </a:r>
                      <a:endParaRPr sz="1100" dirty="0">
                        <a:solidFill>
                          <a:schemeClr val="accent4"/>
                        </a:solidFill>
                        <a:latin typeface="Lato"/>
                        <a:ea typeface="Lato"/>
                        <a:cs typeface="Lato"/>
                        <a:sym typeface="Lato"/>
                      </a:endParaRPr>
                    </a:p>
                  </a:txBody>
                  <a:tcPr marL="91425" marR="91425" marT="91425" marB="91425" anchor="ctr">
                    <a:lnL w="9525" cap="flat" cmpd="sng">
                      <a:solidFill>
                        <a:srgbClr val="FCFCFC">
                          <a:alpha val="0"/>
                        </a:srgbClr>
                      </a:solidFill>
                      <a:prstDash val="solid"/>
                      <a:round/>
                      <a:headEnd type="none" w="sm" len="sm"/>
                      <a:tailEnd type="none" w="sm" len="sm"/>
                    </a:lnL>
                    <a:lnR w="9525" cap="flat" cmpd="sng">
                      <a:solidFill>
                        <a:srgbClr val="FCFCFC">
                          <a:alpha val="0"/>
                        </a:srgbClr>
                      </a:solidFill>
                      <a:prstDash val="solid"/>
                      <a:round/>
                      <a:headEnd type="none" w="sm" len="sm"/>
                      <a:tailEnd type="none" w="sm" len="sm"/>
                    </a:lnR>
                    <a:lnT w="9525" cap="flat" cmpd="sng">
                      <a:solidFill>
                        <a:schemeClr val="accent5"/>
                      </a:solidFill>
                      <a:prstDash val="solid"/>
                      <a:round/>
                      <a:headEnd type="none" w="sm" len="sm"/>
                      <a:tailEnd type="none" w="sm" len="sm"/>
                    </a:lnT>
                    <a:lnB w="9525" cap="flat" cmpd="sng">
                      <a:solidFill>
                        <a:schemeClr val="accent5"/>
                      </a:solidFill>
                      <a:prstDash val="solid"/>
                      <a:round/>
                      <a:headEnd type="none" w="sm" len="sm"/>
                      <a:tailEnd type="none" w="sm" len="sm"/>
                    </a:lnB>
                  </a:tcPr>
                </a:tc>
                <a:extLst>
                  <a:ext uri="{0D108BD9-81ED-4DB2-BD59-A6C34878D82A}">
                    <a16:rowId xmlns:a16="http://schemas.microsoft.com/office/drawing/2014/main" val="10002"/>
                  </a:ext>
                </a:extLst>
              </a:tr>
              <a:tr h="442900">
                <a:tc>
                  <a:txBody>
                    <a:bodyPr/>
                    <a:lstStyle/>
                    <a:p>
                      <a:pPr marL="0" marR="0" lvl="0" indent="0" algn="l" rtl="0">
                        <a:lnSpc>
                          <a:spcPct val="115000"/>
                        </a:lnSpc>
                        <a:spcBef>
                          <a:spcPts val="1000"/>
                        </a:spcBef>
                        <a:spcAft>
                          <a:spcPts val="1000"/>
                        </a:spcAft>
                        <a:buNone/>
                      </a:pPr>
                      <a:r>
                        <a:rPr lang="en" sz="1100" b="1" dirty="0">
                          <a:solidFill>
                            <a:schemeClr val="lt2"/>
                          </a:solidFill>
                          <a:latin typeface="Lato"/>
                          <a:ea typeface="Lato"/>
                          <a:cs typeface="Lato"/>
                          <a:sym typeface="Lato"/>
                        </a:rPr>
                        <a:t>Create a seamless, guided user journey aligned with the Healthy Minds pillars.</a:t>
                      </a:r>
                      <a:endParaRPr sz="1100" dirty="0">
                        <a:solidFill>
                          <a:schemeClr val="lt2"/>
                        </a:solidFill>
                        <a:latin typeface="Poppins SemiBold"/>
                        <a:ea typeface="Poppins SemiBold"/>
                        <a:cs typeface="Poppins SemiBold"/>
                        <a:sym typeface="Poppins SemiBold"/>
                      </a:endParaRPr>
                    </a:p>
                  </a:txBody>
                  <a:tcPr marL="91425" marR="91425" marT="91425" marB="91425" anchor="ctr">
                    <a:lnL w="9525" cap="flat" cmpd="sng">
                      <a:solidFill>
                        <a:srgbClr val="FCFCFC">
                          <a:alpha val="0"/>
                        </a:srgbClr>
                      </a:solidFill>
                      <a:prstDash val="solid"/>
                      <a:round/>
                      <a:headEnd type="none" w="sm" len="sm"/>
                      <a:tailEnd type="none" w="sm" len="sm"/>
                    </a:lnL>
                    <a:lnR w="9525" cap="flat" cmpd="sng">
                      <a:solidFill>
                        <a:srgbClr val="FCFCFC">
                          <a:alpha val="0"/>
                        </a:srgbClr>
                      </a:solidFill>
                      <a:prstDash val="solid"/>
                      <a:round/>
                      <a:headEnd type="none" w="sm" len="sm"/>
                      <a:tailEnd type="none" w="sm" len="sm"/>
                    </a:lnR>
                    <a:lnT w="9525" cap="flat" cmpd="sng">
                      <a:solidFill>
                        <a:schemeClr val="accent5"/>
                      </a:solidFill>
                      <a:prstDash val="solid"/>
                      <a:round/>
                      <a:headEnd type="none" w="sm" len="sm"/>
                      <a:tailEnd type="none" w="sm" len="sm"/>
                    </a:lnT>
                    <a:lnB w="9525" cap="flat" cmpd="sng">
                      <a:solidFill>
                        <a:schemeClr val="accent5"/>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192" name="Google Shape;192;p37"/>
          <p:cNvSpPr txBox="1"/>
          <p:nvPr/>
        </p:nvSpPr>
        <p:spPr>
          <a:xfrm>
            <a:off x="4308900" y="2282425"/>
            <a:ext cx="4835100" cy="2831514"/>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dirty="0"/>
              <a:t>Scope:</a:t>
            </a:r>
            <a:endParaRPr lang="en" sz="1000" dirty="0"/>
          </a:p>
          <a:p>
            <a:pPr marL="0" lvl="0" indent="0" algn="l" rtl="0">
              <a:spcBef>
                <a:spcPts val="0"/>
              </a:spcBef>
              <a:spcAft>
                <a:spcPts val="0"/>
              </a:spcAft>
              <a:buNone/>
            </a:pPr>
            <a:r>
              <a:rPr lang="en" sz="1000" dirty="0"/>
              <a:t>The MVP focuses on conversational AI interactions for journaling and meditation content generation. AI-generated content will undergo review by mindfulness experts before integration into the app’s Explore library.</a:t>
            </a:r>
          </a:p>
          <a:p>
            <a:pPr marL="0" lvl="0" indent="0" algn="l" rtl="0">
              <a:spcBef>
                <a:spcPts val="0"/>
              </a:spcBef>
              <a:spcAft>
                <a:spcPts val="0"/>
              </a:spcAft>
              <a:buNone/>
            </a:pPr>
            <a:endParaRPr sz="1000" dirty="0"/>
          </a:p>
          <a:p>
            <a:pPr marL="0" lvl="0" indent="0" algn="l" rtl="0">
              <a:spcBef>
                <a:spcPts val="0"/>
              </a:spcBef>
              <a:spcAft>
                <a:spcPts val="0"/>
              </a:spcAft>
              <a:buNone/>
            </a:pPr>
            <a:r>
              <a:rPr lang="en" b="1" dirty="0"/>
              <a:t>Key Focus Areas:</a:t>
            </a:r>
            <a:endParaRPr b="1" dirty="0"/>
          </a:p>
          <a:p>
            <a:pPr marL="457200" lvl="0" indent="-292100" algn="l" rtl="0">
              <a:spcBef>
                <a:spcPts val="0"/>
              </a:spcBef>
              <a:spcAft>
                <a:spcPts val="0"/>
              </a:spcAft>
              <a:buSzPts val="1000"/>
              <a:buChar char="●"/>
            </a:pPr>
            <a:endParaRPr lang="en" sz="1000" dirty="0"/>
          </a:p>
          <a:p>
            <a:pPr marL="457200" lvl="0" indent="-292100" algn="l" rtl="0">
              <a:spcBef>
                <a:spcPts val="0"/>
              </a:spcBef>
              <a:spcAft>
                <a:spcPts val="0"/>
              </a:spcAft>
              <a:buSzPts val="1000"/>
              <a:buChar char="●"/>
            </a:pPr>
            <a:r>
              <a:rPr lang="en" sz="1000" dirty="0"/>
              <a:t>Ensuring alignment with the Healthy Minds framework.</a:t>
            </a:r>
            <a:endParaRPr sz="1000" dirty="0"/>
          </a:p>
          <a:p>
            <a:pPr marL="457200" lvl="0" indent="-292100" algn="l" rtl="0">
              <a:spcBef>
                <a:spcPts val="0"/>
              </a:spcBef>
              <a:spcAft>
                <a:spcPts val="0"/>
              </a:spcAft>
              <a:buSzPts val="1000"/>
              <a:buChar char="●"/>
            </a:pPr>
            <a:r>
              <a:rPr lang="en" sz="1000" dirty="0"/>
              <a:t>Personalizing user interactions based on engagement history.</a:t>
            </a:r>
            <a:endParaRPr sz="1000" dirty="0"/>
          </a:p>
          <a:p>
            <a:pPr marL="457200" lvl="0" indent="-292100" algn="l" rtl="0">
              <a:spcBef>
                <a:spcPts val="0"/>
              </a:spcBef>
              <a:spcAft>
                <a:spcPts val="0"/>
              </a:spcAft>
              <a:buSzPts val="1000"/>
              <a:buChar char="●"/>
            </a:pPr>
            <a:r>
              <a:rPr lang="en" sz="1000" dirty="0"/>
              <a:t>Continuously iterating on AI outputs for relevance and quality.</a:t>
            </a:r>
          </a:p>
          <a:p>
            <a:pPr marL="165100" lvl="0" algn="l" rtl="0">
              <a:spcBef>
                <a:spcPts val="0"/>
              </a:spcBef>
              <a:spcAft>
                <a:spcPts val="0"/>
              </a:spcAft>
              <a:buSzPts val="1000"/>
            </a:pPr>
            <a:endParaRPr sz="1000" dirty="0"/>
          </a:p>
          <a:p>
            <a:pPr marL="0" lvl="0" indent="0" algn="l" rtl="0">
              <a:spcBef>
                <a:spcPts val="0"/>
              </a:spcBef>
              <a:spcAft>
                <a:spcPts val="0"/>
              </a:spcAft>
              <a:buNone/>
            </a:pPr>
            <a:r>
              <a:rPr lang="en" b="1" dirty="0"/>
              <a:t>Commitment to Ethics and Innovation:</a:t>
            </a:r>
            <a:endParaRPr b="1" dirty="0"/>
          </a:p>
          <a:p>
            <a:pPr marL="457200" lvl="0" indent="-292100" algn="l" rtl="0">
              <a:spcBef>
                <a:spcPts val="0"/>
              </a:spcBef>
              <a:spcAft>
                <a:spcPts val="0"/>
              </a:spcAft>
              <a:buSzPts val="1000"/>
              <a:buChar char="●"/>
            </a:pPr>
            <a:endParaRPr lang="en" sz="1000" dirty="0"/>
          </a:p>
          <a:p>
            <a:pPr marL="457200" lvl="0" indent="-292100" algn="l" rtl="0">
              <a:spcBef>
                <a:spcPts val="0"/>
              </a:spcBef>
              <a:spcAft>
                <a:spcPts val="0"/>
              </a:spcAft>
              <a:buSzPts val="1000"/>
              <a:buChar char="●"/>
            </a:pPr>
            <a:r>
              <a:rPr lang="en" sz="1000" dirty="0"/>
              <a:t>The project adheres to ethical AI principles, ensuring user privacy, transparency, and trust at every stage</a:t>
            </a:r>
            <a:endParaRPr sz="1000" dirty="0"/>
          </a:p>
          <a:p>
            <a:pPr marL="0" lvl="0" indent="0" algn="l" rtl="0">
              <a:spcBef>
                <a:spcPts val="0"/>
              </a:spcBef>
              <a:spcAft>
                <a:spcPts val="0"/>
              </a:spcAft>
              <a:buNone/>
            </a:pPr>
            <a:endParaRPr sz="1000" dirty="0"/>
          </a:p>
        </p:txBody>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graphicFrame>
        <p:nvGraphicFramePr>
          <p:cNvPr id="197" name="Google Shape;197;p38"/>
          <p:cNvGraphicFramePr/>
          <p:nvPr>
            <p:extLst>
              <p:ext uri="{D42A27DB-BD31-4B8C-83A1-F6EECF244321}">
                <p14:modId xmlns:p14="http://schemas.microsoft.com/office/powerpoint/2010/main" val="2797968608"/>
              </p:ext>
            </p:extLst>
          </p:nvPr>
        </p:nvGraphicFramePr>
        <p:xfrm>
          <a:off x="0" y="0"/>
          <a:ext cx="9143999" cy="5143500"/>
        </p:xfrm>
        <a:graphic>
          <a:graphicData uri="http://schemas.openxmlformats.org/drawingml/2006/table">
            <a:tbl>
              <a:tblPr>
                <a:noFill/>
                <a:tableStyleId>{DFBD72C0-B631-4862-9162-07C6D545C25E}</a:tableStyleId>
              </a:tblPr>
              <a:tblGrid>
                <a:gridCol w="2394207">
                  <a:extLst>
                    <a:ext uri="{9D8B030D-6E8A-4147-A177-3AD203B41FA5}">
                      <a16:colId xmlns:a16="http://schemas.microsoft.com/office/drawing/2014/main" val="20000"/>
                    </a:ext>
                  </a:extLst>
                </a:gridCol>
                <a:gridCol w="5025365">
                  <a:extLst>
                    <a:ext uri="{9D8B030D-6E8A-4147-A177-3AD203B41FA5}">
                      <a16:colId xmlns:a16="http://schemas.microsoft.com/office/drawing/2014/main" val="20001"/>
                    </a:ext>
                  </a:extLst>
                </a:gridCol>
                <a:gridCol w="1724427">
                  <a:extLst>
                    <a:ext uri="{9D8B030D-6E8A-4147-A177-3AD203B41FA5}">
                      <a16:colId xmlns:a16="http://schemas.microsoft.com/office/drawing/2014/main" val="20002"/>
                    </a:ext>
                  </a:extLst>
                </a:gridCol>
              </a:tblGrid>
              <a:tr h="471116">
                <a:tc gridSpan="3">
                  <a:txBody>
                    <a:bodyPr/>
                    <a:lstStyle/>
                    <a:p>
                      <a:pPr marL="0" lvl="0" indent="0" algn="l" rtl="0">
                        <a:spcBef>
                          <a:spcPts val="0"/>
                        </a:spcBef>
                        <a:spcAft>
                          <a:spcPts val="0"/>
                        </a:spcAft>
                        <a:buNone/>
                      </a:pPr>
                      <a:r>
                        <a:rPr lang="en" sz="2400" b="1" dirty="0"/>
                        <a:t>KPIs</a:t>
                      </a:r>
                      <a:endParaRPr sz="2400" b="1" dirty="0"/>
                    </a:p>
                  </a:txBody>
                  <a:tcPr marL="0" marR="91425" marT="0" marB="91425">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alpha val="0"/>
                        </a:srgbClr>
                      </a:solidFill>
                      <a:prstDash val="solid"/>
                      <a:round/>
                      <a:headEnd type="none" w="sm" len="sm"/>
                      <a:tailEnd type="none" w="sm" len="sm"/>
                    </a:lnT>
                    <a:lnB w="9525" cap="flat" cmpd="sng">
                      <a:solidFill>
                        <a:schemeClr val="lt1"/>
                      </a:solidFill>
                      <a:prstDash val="solid"/>
                      <a:round/>
                      <a:headEnd type="none" w="sm" len="sm"/>
                      <a:tailEnd type="none" w="sm" len="sm"/>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24003">
                <a:tc>
                  <a:txBody>
                    <a:bodyPr/>
                    <a:lstStyle/>
                    <a:p>
                      <a:pPr marL="0" lvl="0" indent="0" algn="ctr" rtl="0">
                        <a:spcBef>
                          <a:spcPts val="0"/>
                        </a:spcBef>
                        <a:spcAft>
                          <a:spcPts val="0"/>
                        </a:spcAft>
                        <a:buNone/>
                      </a:pPr>
                      <a:endParaRPr sz="1050" b="1" dirty="0">
                        <a:solidFill>
                          <a:schemeClr val="bg1"/>
                        </a:solidFill>
                      </a:endParaRPr>
                    </a:p>
                    <a:p>
                      <a:pPr marL="0" lvl="0" indent="0" algn="ctr" rtl="0">
                        <a:spcBef>
                          <a:spcPts val="0"/>
                        </a:spcBef>
                        <a:spcAft>
                          <a:spcPts val="0"/>
                        </a:spcAft>
                        <a:buNone/>
                      </a:pPr>
                      <a:r>
                        <a:rPr lang="en" sz="1050" b="1" dirty="0">
                          <a:solidFill>
                            <a:schemeClr val="bg1"/>
                          </a:solidFill>
                        </a:rPr>
                        <a:t>GOAL</a:t>
                      </a:r>
                      <a:endParaRPr sz="1050" b="1" dirty="0">
                        <a:solidFill>
                          <a:schemeClr val="bg1"/>
                        </a:solidFill>
                      </a:endParaRPr>
                    </a:p>
                  </a:txBody>
                  <a:tcPr marL="0" marR="91425" marT="0" marB="91425">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E5E5EB"/>
                      </a:solidFill>
                      <a:prstDash val="solid"/>
                      <a:round/>
                      <a:headEnd type="none" w="sm" len="sm"/>
                      <a:tailEnd type="none" w="sm" len="sm"/>
                    </a:lnB>
                    <a:solidFill>
                      <a:schemeClr val="tx1">
                        <a:lumMod val="75000"/>
                        <a:lumOff val="25000"/>
                      </a:schemeClr>
                    </a:solidFill>
                  </a:tcPr>
                </a:tc>
                <a:tc>
                  <a:txBody>
                    <a:bodyPr/>
                    <a:lstStyle/>
                    <a:p>
                      <a:pPr marL="0" lvl="0" indent="0" algn="ctr" rtl="0">
                        <a:spcBef>
                          <a:spcPts val="0"/>
                        </a:spcBef>
                        <a:spcAft>
                          <a:spcPts val="0"/>
                        </a:spcAft>
                        <a:buNone/>
                      </a:pPr>
                      <a:endParaRPr sz="1050" b="1" dirty="0">
                        <a:solidFill>
                          <a:schemeClr val="bg1"/>
                        </a:solidFill>
                      </a:endParaRPr>
                    </a:p>
                    <a:p>
                      <a:pPr marL="0" lvl="0" indent="0" algn="ctr" rtl="0">
                        <a:spcBef>
                          <a:spcPts val="0"/>
                        </a:spcBef>
                        <a:spcAft>
                          <a:spcPts val="0"/>
                        </a:spcAft>
                        <a:buNone/>
                      </a:pPr>
                      <a:r>
                        <a:rPr lang="en" sz="1050" b="1" dirty="0">
                          <a:solidFill>
                            <a:schemeClr val="bg1"/>
                          </a:solidFill>
                        </a:rPr>
                        <a:t>METRIC</a:t>
                      </a:r>
                      <a:endParaRPr sz="1050" b="1" dirty="0">
                        <a:solidFill>
                          <a:schemeClr val="bg1"/>
                        </a:solidFill>
                      </a:endParaRPr>
                    </a:p>
                  </a:txBody>
                  <a:tcPr marL="0" marR="91425" marT="0" marB="91425">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E5E5EB"/>
                      </a:solidFill>
                      <a:prstDash val="solid"/>
                      <a:round/>
                      <a:headEnd type="none" w="sm" len="sm"/>
                      <a:tailEnd type="none" w="sm" len="sm"/>
                    </a:lnB>
                    <a:solidFill>
                      <a:schemeClr val="tx1">
                        <a:lumMod val="75000"/>
                        <a:lumOff val="25000"/>
                      </a:schemeClr>
                    </a:solidFill>
                  </a:tcPr>
                </a:tc>
                <a:tc>
                  <a:txBody>
                    <a:bodyPr/>
                    <a:lstStyle/>
                    <a:p>
                      <a:pPr marL="0" lvl="0" indent="0" algn="ctr" rtl="0">
                        <a:spcBef>
                          <a:spcPts val="0"/>
                        </a:spcBef>
                        <a:spcAft>
                          <a:spcPts val="0"/>
                        </a:spcAft>
                        <a:buNone/>
                      </a:pPr>
                      <a:endParaRPr sz="1050" b="1" dirty="0">
                        <a:solidFill>
                          <a:schemeClr val="bg1"/>
                        </a:solidFill>
                      </a:endParaRPr>
                    </a:p>
                    <a:p>
                      <a:pPr marL="0" lvl="0" indent="0" algn="ctr" rtl="0">
                        <a:spcBef>
                          <a:spcPts val="0"/>
                        </a:spcBef>
                        <a:spcAft>
                          <a:spcPts val="0"/>
                        </a:spcAft>
                        <a:buNone/>
                      </a:pPr>
                      <a:r>
                        <a:rPr lang="en" sz="1050" b="1" dirty="0">
                          <a:solidFill>
                            <a:schemeClr val="bg1"/>
                          </a:solidFill>
                        </a:rPr>
                        <a:t>QUESTION</a:t>
                      </a:r>
                      <a:endParaRPr sz="1050" b="1" dirty="0">
                        <a:solidFill>
                          <a:schemeClr val="bg1"/>
                        </a:solidFill>
                      </a:endParaRPr>
                    </a:p>
                  </a:txBody>
                  <a:tcPr marL="0" marR="91425" marT="0" marB="91425">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E5E5EB"/>
                      </a:solidFill>
                      <a:prstDash val="solid"/>
                      <a:round/>
                      <a:headEnd type="none" w="sm" len="sm"/>
                      <a:tailEnd type="none" w="sm" len="sm"/>
                    </a:lnB>
                    <a:solidFill>
                      <a:schemeClr val="tx1">
                        <a:lumMod val="75000"/>
                        <a:lumOff val="25000"/>
                      </a:schemeClr>
                    </a:solidFill>
                  </a:tcPr>
                </a:tc>
                <a:extLst>
                  <a:ext uri="{0D108BD9-81ED-4DB2-BD59-A6C34878D82A}">
                    <a16:rowId xmlns:a16="http://schemas.microsoft.com/office/drawing/2014/main" val="10001"/>
                  </a:ext>
                </a:extLst>
              </a:tr>
              <a:tr h="829726">
                <a:tc>
                  <a:txBody>
                    <a:bodyPr/>
                    <a:lstStyle/>
                    <a:p>
                      <a:pPr marL="0" lvl="0" indent="0" algn="ctr" rtl="0">
                        <a:spcBef>
                          <a:spcPts val="0"/>
                        </a:spcBef>
                        <a:spcAft>
                          <a:spcPts val="0"/>
                        </a:spcAft>
                        <a:buNone/>
                      </a:pPr>
                      <a:r>
                        <a:rPr lang="en" sz="900"/>
                        <a:t>🎯 Enhance User Engagement</a:t>
                      </a:r>
                      <a:endParaRPr sz="900"/>
                    </a:p>
                  </a:txBody>
                  <a:tcPr marL="0" marR="91425" marT="91425" marB="91425">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tc>
                  <a:txBody>
                    <a:bodyPr/>
                    <a:lstStyle/>
                    <a:p>
                      <a:pPr marL="0" lvl="0" indent="0" algn="l" rtl="0">
                        <a:spcBef>
                          <a:spcPts val="0"/>
                        </a:spcBef>
                        <a:spcAft>
                          <a:spcPts val="0"/>
                        </a:spcAft>
                        <a:buNone/>
                      </a:pPr>
                      <a:r>
                        <a:rPr lang="en" sz="900" dirty="0"/>
                        <a:t>#️⃣ Metric: Daily active users (DAU) interacting with the Mindful Companion AI.</a:t>
                      </a:r>
                      <a:endParaRPr sz="900" dirty="0"/>
                    </a:p>
                    <a:p>
                      <a:pPr marL="0" lvl="0" indent="0" algn="l" rtl="0">
                        <a:spcBef>
                          <a:spcPts val="0"/>
                        </a:spcBef>
                        <a:spcAft>
                          <a:spcPts val="0"/>
                        </a:spcAft>
                        <a:buNone/>
                      </a:pPr>
                      <a:r>
                        <a:rPr lang="en" sz="900" dirty="0"/>
                        <a:t>Baseline: Current daily engagement is at 30% f app users.</a:t>
                      </a:r>
                      <a:endParaRPr sz="900" dirty="0"/>
                    </a:p>
                    <a:p>
                      <a:pPr marL="0" lvl="0" indent="0" algn="l" rtl="0">
                        <a:spcBef>
                          <a:spcPts val="0"/>
                        </a:spcBef>
                        <a:spcAft>
                          <a:spcPts val="0"/>
                        </a:spcAft>
                        <a:buNone/>
                      </a:pPr>
                      <a:r>
                        <a:rPr lang="en" sz="900" dirty="0"/>
                        <a:t>Target: Increase DAU to 50% within six months of AI feature launch.</a:t>
                      </a:r>
                      <a:endParaRPr sz="900" dirty="0"/>
                    </a:p>
                    <a:p>
                      <a:pPr marL="0" lvl="0" indent="0" algn="l" rtl="0">
                        <a:spcBef>
                          <a:spcPts val="0"/>
                        </a:spcBef>
                        <a:spcAft>
                          <a:spcPts val="0"/>
                        </a:spcAft>
                        <a:buNone/>
                      </a:pPr>
                      <a:r>
                        <a:rPr lang="en" sz="900" dirty="0"/>
                        <a:t>Timeline: Measured monthly during the first two quarters post-launch.</a:t>
                      </a:r>
                      <a:endParaRPr sz="900" dirty="0"/>
                    </a:p>
                  </a:txBody>
                  <a:tcPr marL="0" marR="91425" marT="91425" marB="91425">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tc>
                  <a:txBody>
                    <a:bodyPr/>
                    <a:lstStyle/>
                    <a:p>
                      <a:pPr marL="0" lvl="0" indent="0" algn="ctr" rtl="0">
                        <a:spcBef>
                          <a:spcPts val="0"/>
                        </a:spcBef>
                        <a:spcAft>
                          <a:spcPts val="0"/>
                        </a:spcAft>
                        <a:buNone/>
                      </a:pPr>
                      <a:r>
                        <a:rPr lang="en" sz="900" dirty="0"/>
                        <a:t>❓How does the Mindful Companion AI impact overall app engagement rates?</a:t>
                      </a:r>
                      <a:endParaRPr sz="900" dirty="0"/>
                    </a:p>
                  </a:txBody>
                  <a:tcPr marL="0" marR="91425" marT="91425" marB="91425">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extLst>
                  <a:ext uri="{0D108BD9-81ED-4DB2-BD59-A6C34878D82A}">
                    <a16:rowId xmlns:a16="http://schemas.microsoft.com/office/drawing/2014/main" val="10002"/>
                  </a:ext>
                </a:extLst>
              </a:tr>
              <a:tr h="770492">
                <a:tc>
                  <a:txBody>
                    <a:bodyPr/>
                    <a:lstStyle/>
                    <a:p>
                      <a:pPr marL="0" lvl="0" indent="0" algn="ctr" rtl="0">
                        <a:spcBef>
                          <a:spcPts val="0"/>
                        </a:spcBef>
                        <a:spcAft>
                          <a:spcPts val="0"/>
                        </a:spcAft>
                        <a:buNone/>
                      </a:pPr>
                      <a:r>
                        <a:rPr lang="en" sz="900" dirty="0"/>
                        <a:t>🎯 Improve Content Creation and Validation</a:t>
                      </a:r>
                      <a:endParaRPr sz="900" dirty="0"/>
                    </a:p>
                  </a:txBody>
                  <a:tcPr marL="0" marR="91425" marT="91425" marB="91425">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tc>
                  <a:txBody>
                    <a:bodyPr/>
                    <a:lstStyle/>
                    <a:p>
                      <a:pPr marL="0" lvl="0" indent="0" algn="l" rtl="0">
                        <a:spcBef>
                          <a:spcPts val="0"/>
                        </a:spcBef>
                        <a:spcAft>
                          <a:spcPts val="0"/>
                        </a:spcAft>
                        <a:buNone/>
                      </a:pPr>
                      <a:r>
                        <a:rPr lang="en" sz="900"/>
                        <a:t>#️⃣ Metric: Percentage of AI-generated meditation scripts approved by experts.</a:t>
                      </a:r>
                      <a:endParaRPr sz="900"/>
                    </a:p>
                    <a:p>
                      <a:pPr marL="0" lvl="0" indent="0" algn="l" rtl="0">
                        <a:spcBef>
                          <a:spcPts val="0"/>
                        </a:spcBef>
                        <a:spcAft>
                          <a:spcPts val="0"/>
                        </a:spcAft>
                        <a:buNone/>
                      </a:pPr>
                      <a:r>
                        <a:rPr lang="en" sz="900"/>
                        <a:t>Baseline: No current AI-generated content in use.</a:t>
                      </a:r>
                      <a:endParaRPr sz="900"/>
                    </a:p>
                    <a:p>
                      <a:pPr marL="0" lvl="0" indent="0" algn="l" rtl="0">
                        <a:spcBef>
                          <a:spcPts val="0"/>
                        </a:spcBef>
                        <a:spcAft>
                          <a:spcPts val="0"/>
                        </a:spcAft>
                        <a:buNone/>
                      </a:pPr>
                      <a:r>
                        <a:rPr lang="en" sz="900"/>
                        <a:t>Target: Achieve an 85% validation rate for AI-generated content within six months.</a:t>
                      </a:r>
                      <a:endParaRPr sz="900"/>
                    </a:p>
                    <a:p>
                      <a:pPr marL="0" lvl="0" indent="0" algn="l" rtl="0">
                        <a:spcBef>
                          <a:spcPts val="0"/>
                        </a:spcBef>
                        <a:spcAft>
                          <a:spcPts val="0"/>
                        </a:spcAft>
                        <a:buNone/>
                      </a:pPr>
                      <a:r>
                        <a:rPr lang="en" sz="900"/>
                        <a:t>Timeline: Validation tracked quarterly by expert review teams.</a:t>
                      </a:r>
                      <a:endParaRPr sz="900"/>
                    </a:p>
                  </a:txBody>
                  <a:tcPr marL="0" marR="91425" marT="91425" marB="91425">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tc>
                  <a:txBody>
                    <a:bodyPr/>
                    <a:lstStyle/>
                    <a:p>
                      <a:pPr marL="0" lvl="0" indent="0" algn="ctr" rtl="0">
                        <a:spcBef>
                          <a:spcPts val="0"/>
                        </a:spcBef>
                        <a:spcAft>
                          <a:spcPts val="0"/>
                        </a:spcAft>
                        <a:buNone/>
                      </a:pPr>
                      <a:r>
                        <a:rPr lang="en" sz="900"/>
                        <a:t>❓How effectively does the AI produce content that aligns with Healthy Minds' scientific framework?</a:t>
                      </a:r>
                      <a:endParaRPr sz="900"/>
                    </a:p>
                  </a:txBody>
                  <a:tcPr marL="0" marR="91425" marT="91425" marB="91425">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extLst>
                  <a:ext uri="{0D108BD9-81ED-4DB2-BD59-A6C34878D82A}">
                    <a16:rowId xmlns:a16="http://schemas.microsoft.com/office/drawing/2014/main" val="10003"/>
                  </a:ext>
                </a:extLst>
              </a:tr>
              <a:tr h="962707">
                <a:tc>
                  <a:txBody>
                    <a:bodyPr/>
                    <a:lstStyle/>
                    <a:p>
                      <a:pPr marL="0" lvl="0" indent="0" algn="ctr" rtl="0">
                        <a:spcBef>
                          <a:spcPts val="0"/>
                        </a:spcBef>
                        <a:spcAft>
                          <a:spcPts val="0"/>
                        </a:spcAft>
                        <a:buNone/>
                      </a:pPr>
                      <a:r>
                        <a:rPr lang="en" sz="900"/>
                        <a:t>🎯 Boost Mindfulness Outcomes for Users</a:t>
                      </a:r>
                      <a:endParaRPr sz="900"/>
                    </a:p>
                  </a:txBody>
                  <a:tcPr marL="0" marR="91425" marT="91425" marB="91425">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tc>
                  <a:txBody>
                    <a:bodyPr/>
                    <a:lstStyle/>
                    <a:p>
                      <a:pPr marL="0" lvl="0" indent="0" algn="l" rtl="0">
                        <a:spcBef>
                          <a:spcPts val="0"/>
                        </a:spcBef>
                        <a:spcAft>
                          <a:spcPts val="0"/>
                        </a:spcAft>
                        <a:buNone/>
                      </a:pPr>
                      <a:r>
                        <a:rPr lang="en" sz="900" dirty="0"/>
                        <a:t>#️⃣  Metric: Average session duration per user (in minutes).</a:t>
                      </a:r>
                      <a:endParaRPr sz="900" dirty="0"/>
                    </a:p>
                    <a:p>
                      <a:pPr marL="0" lvl="0" indent="0" algn="l" rtl="0">
                        <a:spcBef>
                          <a:spcPts val="0"/>
                        </a:spcBef>
                        <a:spcAft>
                          <a:spcPts val="0"/>
                        </a:spcAft>
                        <a:buNone/>
                      </a:pPr>
                      <a:r>
                        <a:rPr lang="en" sz="900" dirty="0"/>
                        <a:t>Baseline: Average session duration is currently 15 minutes per user.</a:t>
                      </a:r>
                      <a:endParaRPr sz="900" dirty="0"/>
                    </a:p>
                    <a:p>
                      <a:pPr marL="0" lvl="0" indent="0" algn="l" rtl="0">
                        <a:spcBef>
                          <a:spcPts val="0"/>
                        </a:spcBef>
                        <a:spcAft>
                          <a:spcPts val="0"/>
                        </a:spcAft>
                        <a:buNone/>
                      </a:pPr>
                      <a:r>
                        <a:rPr lang="en" sz="900" dirty="0"/>
                        <a:t>Target: Increase average session duration to 20 minutes within three months.</a:t>
                      </a:r>
                      <a:endParaRPr sz="900" dirty="0"/>
                    </a:p>
                    <a:p>
                      <a:pPr marL="0" lvl="0" indent="0" algn="l" rtl="0">
                        <a:spcBef>
                          <a:spcPts val="0"/>
                        </a:spcBef>
                        <a:spcAft>
                          <a:spcPts val="0"/>
                        </a:spcAft>
                        <a:buNone/>
                      </a:pPr>
                      <a:r>
                        <a:rPr lang="en" sz="900" dirty="0"/>
                        <a:t>Timeline: Evaluated monthly through user activity data.</a:t>
                      </a:r>
                      <a:endParaRPr sz="900" dirty="0"/>
                    </a:p>
                  </a:txBody>
                  <a:tcPr marL="0" marR="91425" marT="91425" marB="91425">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tc>
                  <a:txBody>
                    <a:bodyPr/>
                    <a:lstStyle/>
                    <a:p>
                      <a:pPr marL="0" lvl="0" indent="0" algn="ctr" rtl="0">
                        <a:spcBef>
                          <a:spcPts val="0"/>
                        </a:spcBef>
                        <a:spcAft>
                          <a:spcPts val="0"/>
                        </a:spcAft>
                        <a:buNone/>
                      </a:pPr>
                      <a:r>
                        <a:rPr lang="en" sz="900"/>
                        <a:t>❓Does personalized guidance from the AI encourage longer, more effective mindfulness sessions?</a:t>
                      </a:r>
                      <a:endParaRPr sz="900"/>
                    </a:p>
                    <a:p>
                      <a:pPr marL="0" lvl="0" indent="0" algn="ctr" rtl="0">
                        <a:spcBef>
                          <a:spcPts val="0"/>
                        </a:spcBef>
                        <a:spcAft>
                          <a:spcPts val="0"/>
                        </a:spcAft>
                        <a:buNone/>
                      </a:pPr>
                      <a:endParaRPr sz="900"/>
                    </a:p>
                  </a:txBody>
                  <a:tcPr marL="0" marR="91425" marT="91425" marB="91425">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extLst>
                  <a:ext uri="{0D108BD9-81ED-4DB2-BD59-A6C34878D82A}">
                    <a16:rowId xmlns:a16="http://schemas.microsoft.com/office/drawing/2014/main" val="10004"/>
                  </a:ext>
                </a:extLst>
              </a:tr>
              <a:tr h="914964">
                <a:tc>
                  <a:txBody>
                    <a:bodyPr/>
                    <a:lstStyle/>
                    <a:p>
                      <a:pPr marL="0" lvl="0" indent="0" algn="ctr" rtl="0">
                        <a:spcBef>
                          <a:spcPts val="0"/>
                        </a:spcBef>
                        <a:spcAft>
                          <a:spcPts val="0"/>
                        </a:spcAft>
                        <a:buNone/>
                      </a:pPr>
                      <a:r>
                        <a:rPr lang="en" sz="900"/>
                        <a:t>🎯 Expand Global Accessibility</a:t>
                      </a:r>
                      <a:endParaRPr sz="900"/>
                    </a:p>
                  </a:txBody>
                  <a:tcPr marL="0" marR="91425" marT="91425" marB="91425">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tc>
                  <a:txBody>
                    <a:bodyPr/>
                    <a:lstStyle/>
                    <a:p>
                      <a:pPr marL="0" lvl="0" indent="0" algn="l" rtl="0">
                        <a:spcBef>
                          <a:spcPts val="0"/>
                        </a:spcBef>
                        <a:spcAft>
                          <a:spcPts val="0"/>
                        </a:spcAft>
                        <a:buNone/>
                      </a:pPr>
                      <a:r>
                        <a:rPr lang="en" sz="900"/>
                        <a:t>#️⃣  Metric: Number of languages supported by AI-translated lessons and practices.</a:t>
                      </a:r>
                      <a:endParaRPr sz="900"/>
                    </a:p>
                    <a:p>
                      <a:pPr marL="0" lvl="0" indent="0" algn="l" rtl="0">
                        <a:spcBef>
                          <a:spcPts val="0"/>
                        </a:spcBef>
                        <a:spcAft>
                          <a:spcPts val="0"/>
                        </a:spcAft>
                        <a:buNone/>
                      </a:pPr>
                      <a:r>
                        <a:rPr lang="en" sz="900"/>
                        <a:t>Baseline: Content currently available in English only.</a:t>
                      </a:r>
                      <a:endParaRPr sz="900"/>
                    </a:p>
                    <a:p>
                      <a:pPr marL="0" lvl="0" indent="0" algn="l" rtl="0">
                        <a:spcBef>
                          <a:spcPts val="0"/>
                        </a:spcBef>
                        <a:spcAft>
                          <a:spcPts val="0"/>
                        </a:spcAft>
                        <a:buNone/>
                      </a:pPr>
                      <a:r>
                        <a:rPr lang="en" sz="900"/>
                        <a:t>Target: Translate core lessons and meditations into five additional languages within two years.</a:t>
                      </a:r>
                      <a:endParaRPr sz="900"/>
                    </a:p>
                    <a:p>
                      <a:pPr marL="0" lvl="0" indent="0" algn="l" rtl="0">
                        <a:spcBef>
                          <a:spcPts val="0"/>
                        </a:spcBef>
                        <a:spcAft>
                          <a:spcPts val="0"/>
                        </a:spcAft>
                        <a:buNone/>
                      </a:pPr>
                      <a:r>
                        <a:rPr lang="en" sz="900"/>
                        <a:t>Timeline: Progress measured quarterly during the first two years.</a:t>
                      </a:r>
                      <a:endParaRPr sz="900"/>
                    </a:p>
                    <a:p>
                      <a:pPr marL="0" lvl="0" indent="0" algn="l" rtl="0">
                        <a:spcBef>
                          <a:spcPts val="0"/>
                        </a:spcBef>
                        <a:spcAft>
                          <a:spcPts val="0"/>
                        </a:spcAft>
                        <a:buNone/>
                      </a:pPr>
                      <a:endParaRPr sz="900"/>
                    </a:p>
                  </a:txBody>
                  <a:tcPr marL="0" marR="91425" marT="91425" marB="91425">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tc>
                  <a:txBody>
                    <a:bodyPr/>
                    <a:lstStyle/>
                    <a:p>
                      <a:pPr marL="0" lvl="0" indent="0" algn="ctr" rtl="0">
                        <a:spcBef>
                          <a:spcPts val="0"/>
                        </a:spcBef>
                        <a:spcAft>
                          <a:spcPts val="0"/>
                        </a:spcAft>
                        <a:buNone/>
                      </a:pPr>
                      <a:r>
                        <a:rPr lang="en" sz="900"/>
                        <a:t>❓How effectively does AI translation improve global accessibility and engagement?</a:t>
                      </a:r>
                      <a:endParaRPr sz="900"/>
                    </a:p>
                    <a:p>
                      <a:pPr marL="0" lvl="0" indent="0" algn="ctr" rtl="0">
                        <a:spcBef>
                          <a:spcPts val="0"/>
                        </a:spcBef>
                        <a:spcAft>
                          <a:spcPts val="0"/>
                        </a:spcAft>
                        <a:buNone/>
                      </a:pPr>
                      <a:endParaRPr sz="900"/>
                    </a:p>
                  </a:txBody>
                  <a:tcPr marL="0" marR="91425" marT="91425" marB="91425">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extLst>
                  <a:ext uri="{0D108BD9-81ED-4DB2-BD59-A6C34878D82A}">
                    <a16:rowId xmlns:a16="http://schemas.microsoft.com/office/drawing/2014/main" val="10005"/>
                  </a:ext>
                </a:extLst>
              </a:tr>
              <a:tr h="770492">
                <a:tc>
                  <a:txBody>
                    <a:bodyPr/>
                    <a:lstStyle/>
                    <a:p>
                      <a:pPr marL="0" lvl="0" indent="0" algn="ctr" rtl="0">
                        <a:spcBef>
                          <a:spcPts val="0"/>
                        </a:spcBef>
                        <a:spcAft>
                          <a:spcPts val="0"/>
                        </a:spcAft>
                        <a:buNone/>
                      </a:pPr>
                      <a:r>
                        <a:rPr lang="en" sz="900"/>
                        <a:t>🎯 Foster Valuable User Feedback</a:t>
                      </a:r>
                      <a:endParaRPr sz="900"/>
                    </a:p>
                  </a:txBody>
                  <a:tcPr marL="0" marR="91425" marT="91425" marB="91425">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tc>
                  <a:txBody>
                    <a:bodyPr/>
                    <a:lstStyle/>
                    <a:p>
                      <a:pPr marL="0" lvl="0" indent="0" algn="l" rtl="0">
                        <a:spcBef>
                          <a:spcPts val="0"/>
                        </a:spcBef>
                        <a:spcAft>
                          <a:spcPts val="0"/>
                        </a:spcAft>
                        <a:buNone/>
                      </a:pPr>
                      <a:r>
                        <a:rPr lang="en" sz="900"/>
                        <a:t>#️⃣ Metric: Percentage increase in user feedback submissions related to AI features.</a:t>
                      </a:r>
                      <a:endParaRPr sz="900"/>
                    </a:p>
                    <a:p>
                      <a:pPr marL="0" lvl="0" indent="0" algn="l" rtl="0">
                        <a:spcBef>
                          <a:spcPts val="0"/>
                        </a:spcBef>
                        <a:spcAft>
                          <a:spcPts val="0"/>
                        </a:spcAft>
                        <a:buNone/>
                      </a:pPr>
                      <a:r>
                        <a:rPr lang="en" sz="900"/>
                        <a:t>Baseline: 100 feedback submissions per month across all app features.</a:t>
                      </a:r>
                      <a:endParaRPr sz="900"/>
                    </a:p>
                    <a:p>
                      <a:pPr marL="0" lvl="0" indent="0" algn="l" rtl="0">
                        <a:spcBef>
                          <a:spcPts val="0"/>
                        </a:spcBef>
                        <a:spcAft>
                          <a:spcPts val="0"/>
                        </a:spcAft>
                        <a:buNone/>
                      </a:pPr>
                      <a:r>
                        <a:rPr lang="en" sz="900"/>
                        <a:t>Target: Increase feedback submissions to 150 per month within the first quarter post-launch.</a:t>
                      </a:r>
                      <a:endParaRPr sz="900"/>
                    </a:p>
                    <a:p>
                      <a:pPr marL="0" lvl="0" indent="0" algn="l" rtl="0">
                        <a:spcBef>
                          <a:spcPts val="0"/>
                        </a:spcBef>
                        <a:spcAft>
                          <a:spcPts val="0"/>
                        </a:spcAft>
                        <a:buNone/>
                      </a:pPr>
                      <a:r>
                        <a:rPr lang="en" sz="900"/>
                        <a:t>Timeline: Monitored monthly for the first six months.</a:t>
                      </a:r>
                      <a:endParaRPr sz="900"/>
                    </a:p>
                  </a:txBody>
                  <a:tcPr marL="0" marR="91425" marT="91425" marB="91425">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tc>
                  <a:txBody>
                    <a:bodyPr/>
                    <a:lstStyle/>
                    <a:p>
                      <a:pPr marL="0" lvl="0" indent="0" algn="ctr" rtl="0">
                        <a:spcBef>
                          <a:spcPts val="0"/>
                        </a:spcBef>
                        <a:spcAft>
                          <a:spcPts val="0"/>
                        </a:spcAft>
                        <a:buNone/>
                      </a:pPr>
                      <a:r>
                        <a:rPr lang="en" sz="900" dirty="0"/>
                        <a:t>❓How is user feedback shaping improvements in the AI’s personalized outputs?</a:t>
                      </a:r>
                      <a:endParaRPr sz="900" dirty="0"/>
                    </a:p>
                  </a:txBody>
                  <a:tcPr marL="0" marR="91425" marT="91425" marB="91425">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1"/>
        <p:cNvGrpSpPr/>
        <p:nvPr/>
      </p:nvGrpSpPr>
      <p:grpSpPr>
        <a:xfrm>
          <a:off x="0" y="0"/>
          <a:ext cx="0" cy="0"/>
          <a:chOff x="0" y="0"/>
          <a:chExt cx="0" cy="0"/>
        </a:xfrm>
      </p:grpSpPr>
      <p:pic>
        <p:nvPicPr>
          <p:cNvPr id="203" name="Google Shape;203;p39"/>
          <p:cNvPicPr preferRelativeResize="0"/>
          <p:nvPr/>
        </p:nvPicPr>
        <p:blipFill>
          <a:blip r:embed="rId3">
            <a:alphaModFix/>
          </a:blip>
          <a:stretch>
            <a:fillRect/>
          </a:stretch>
        </p:blipFill>
        <p:spPr>
          <a:xfrm>
            <a:off x="986118" y="0"/>
            <a:ext cx="7744649" cy="5143500"/>
          </a:xfrm>
          <a:prstGeom prst="rect">
            <a:avLst/>
          </a:prstGeom>
          <a:noFill/>
          <a:ln>
            <a:noFill/>
          </a:ln>
        </p:spPr>
      </p:pic>
      <p:sp>
        <p:nvSpPr>
          <p:cNvPr id="202" name="Google Shape;202;p39"/>
          <p:cNvSpPr txBox="1">
            <a:spLocks noGrp="1"/>
          </p:cNvSpPr>
          <p:nvPr>
            <p:ph type="title" idx="4294967295"/>
          </p:nvPr>
        </p:nvSpPr>
        <p:spPr>
          <a:xfrm>
            <a:off x="81539" y="76624"/>
            <a:ext cx="2519863" cy="9270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2800" dirty="0">
                <a:solidFill>
                  <a:schemeClr val="tx1"/>
                </a:solidFill>
              </a:rPr>
              <a:t>User Flow</a:t>
            </a:r>
            <a:endParaRPr sz="2800"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7"/>
        <p:cNvGrpSpPr/>
        <p:nvPr/>
      </p:nvGrpSpPr>
      <p:grpSpPr>
        <a:xfrm>
          <a:off x="0" y="0"/>
          <a:ext cx="0" cy="0"/>
          <a:chOff x="0" y="0"/>
          <a:chExt cx="0" cy="0"/>
        </a:xfrm>
      </p:grpSpPr>
      <p:graphicFrame>
        <p:nvGraphicFramePr>
          <p:cNvPr id="208" name="Google Shape;208;p40"/>
          <p:cNvGraphicFramePr/>
          <p:nvPr>
            <p:extLst>
              <p:ext uri="{D42A27DB-BD31-4B8C-83A1-F6EECF244321}">
                <p14:modId xmlns:p14="http://schemas.microsoft.com/office/powerpoint/2010/main" val="4015950540"/>
              </p:ext>
            </p:extLst>
          </p:nvPr>
        </p:nvGraphicFramePr>
        <p:xfrm>
          <a:off x="44824" y="-9965"/>
          <a:ext cx="9099173" cy="4820569"/>
        </p:xfrm>
        <a:graphic>
          <a:graphicData uri="http://schemas.openxmlformats.org/drawingml/2006/table">
            <a:tbl>
              <a:tblPr>
                <a:noFill/>
                <a:tableStyleId>{DFBD72C0-B631-4862-9162-07C6D545C25E}</a:tableStyleId>
              </a:tblPr>
              <a:tblGrid>
                <a:gridCol w="1630126">
                  <a:extLst>
                    <a:ext uri="{9D8B030D-6E8A-4147-A177-3AD203B41FA5}">
                      <a16:colId xmlns:a16="http://schemas.microsoft.com/office/drawing/2014/main" val="20000"/>
                    </a:ext>
                  </a:extLst>
                </a:gridCol>
                <a:gridCol w="7469047">
                  <a:extLst>
                    <a:ext uri="{9D8B030D-6E8A-4147-A177-3AD203B41FA5}">
                      <a16:colId xmlns:a16="http://schemas.microsoft.com/office/drawing/2014/main" val="20001"/>
                    </a:ext>
                  </a:extLst>
                </a:gridCol>
              </a:tblGrid>
              <a:tr h="369623">
                <a:tc>
                  <a:txBody>
                    <a:bodyPr/>
                    <a:lstStyle/>
                    <a:p>
                      <a:pPr marL="0" lvl="0" indent="0" algn="ctr" rtl="0">
                        <a:lnSpc>
                          <a:spcPct val="115000"/>
                        </a:lnSpc>
                        <a:spcBef>
                          <a:spcPts val="0"/>
                        </a:spcBef>
                        <a:spcAft>
                          <a:spcPts val="0"/>
                        </a:spcAft>
                        <a:buNone/>
                      </a:pPr>
                      <a:r>
                        <a:rPr lang="en" sz="1400" b="1" dirty="0">
                          <a:solidFill>
                            <a:schemeClr val="bg1"/>
                          </a:solidFill>
                          <a:latin typeface="+mj-lt"/>
                          <a:ea typeface="Poppins SemiBold"/>
                          <a:cs typeface="Poppins SemiBold"/>
                          <a:sym typeface="Poppins SemiBold"/>
                        </a:rPr>
                        <a:t>User Flow</a:t>
                      </a:r>
                      <a:endParaRPr sz="1400" b="1" dirty="0">
                        <a:solidFill>
                          <a:schemeClr val="bg1"/>
                        </a:solidFill>
                        <a:latin typeface="+mj-lt"/>
                        <a:ea typeface="Poppins SemiBold"/>
                        <a:cs typeface="Poppins SemiBold"/>
                        <a:sym typeface="Poppins SemiBold"/>
                      </a:endParaRPr>
                    </a:p>
                  </a:txBody>
                  <a:tcPr marL="0" marR="91425" marT="0" marB="91425" anchor="ctr">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E5E5EB"/>
                      </a:solidFill>
                      <a:prstDash val="solid"/>
                      <a:round/>
                      <a:headEnd type="none" w="sm" len="sm"/>
                      <a:tailEnd type="none" w="sm" len="sm"/>
                    </a:lnB>
                    <a:solidFill>
                      <a:schemeClr val="tx1">
                        <a:lumMod val="75000"/>
                        <a:lumOff val="25000"/>
                      </a:schemeClr>
                    </a:solidFill>
                  </a:tcPr>
                </a:tc>
                <a:tc>
                  <a:txBody>
                    <a:bodyPr/>
                    <a:lstStyle/>
                    <a:p>
                      <a:pPr marL="0" lvl="0" indent="0" algn="ctr" rtl="0">
                        <a:lnSpc>
                          <a:spcPct val="115000"/>
                        </a:lnSpc>
                        <a:spcBef>
                          <a:spcPts val="0"/>
                        </a:spcBef>
                        <a:spcAft>
                          <a:spcPts val="0"/>
                        </a:spcAft>
                        <a:buNone/>
                      </a:pPr>
                      <a:r>
                        <a:rPr lang="en-US" sz="1400" b="1" dirty="0">
                          <a:solidFill>
                            <a:schemeClr val="bg1"/>
                          </a:solidFill>
                          <a:latin typeface="+mj-lt"/>
                          <a:ea typeface="Poppins SemiBold"/>
                          <a:cs typeface="Poppins SemiBold"/>
                          <a:sym typeface="Poppins SemiBold"/>
                        </a:rPr>
                        <a:t>Details</a:t>
                      </a:r>
                      <a:endParaRPr sz="1400" b="1" dirty="0">
                        <a:solidFill>
                          <a:schemeClr val="bg1"/>
                        </a:solidFill>
                        <a:latin typeface="+mj-lt"/>
                        <a:ea typeface="Poppins SemiBold"/>
                        <a:cs typeface="Poppins SemiBold"/>
                        <a:sym typeface="Poppins SemiBold"/>
                      </a:endParaRPr>
                    </a:p>
                  </a:txBody>
                  <a:tcPr marL="0" marR="91425" marT="0" marB="91425" anchor="ctr">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E5E5EB"/>
                      </a:solidFill>
                      <a:prstDash val="solid"/>
                      <a:round/>
                      <a:headEnd type="none" w="sm" len="sm"/>
                      <a:tailEnd type="none" w="sm" len="sm"/>
                    </a:lnB>
                    <a:solidFill>
                      <a:schemeClr val="tx1">
                        <a:lumMod val="75000"/>
                        <a:lumOff val="25000"/>
                      </a:schemeClr>
                    </a:solidFill>
                  </a:tcPr>
                </a:tc>
                <a:extLst>
                  <a:ext uri="{0D108BD9-81ED-4DB2-BD59-A6C34878D82A}">
                    <a16:rowId xmlns:a16="http://schemas.microsoft.com/office/drawing/2014/main" val="10000"/>
                  </a:ext>
                </a:extLst>
              </a:tr>
              <a:tr h="308267">
                <a:tc>
                  <a:txBody>
                    <a:bodyPr/>
                    <a:lstStyle/>
                    <a:p>
                      <a:pPr marL="0" lvl="0" indent="0" algn="l" rtl="0">
                        <a:lnSpc>
                          <a:spcPct val="115000"/>
                        </a:lnSpc>
                        <a:spcBef>
                          <a:spcPts val="0"/>
                        </a:spcBef>
                        <a:spcAft>
                          <a:spcPts val="0"/>
                        </a:spcAft>
                        <a:buNone/>
                      </a:pPr>
                      <a:r>
                        <a:rPr lang="en" sz="1050" b="1" dirty="0">
                          <a:solidFill>
                            <a:schemeClr val="accent2"/>
                          </a:solidFill>
                          <a:latin typeface="+mj-lt"/>
                          <a:ea typeface="Poppins"/>
                          <a:cs typeface="Poppins"/>
                          <a:sym typeface="Poppins"/>
                        </a:rPr>
                        <a:t>Entry Point(s)</a:t>
                      </a:r>
                      <a:endParaRPr sz="1050" b="1" dirty="0">
                        <a:solidFill>
                          <a:schemeClr val="accent2"/>
                        </a:solidFill>
                        <a:latin typeface="+mj-lt"/>
                        <a:ea typeface="Poppins"/>
                        <a:cs typeface="Poppins"/>
                        <a:sym typeface="Poppins"/>
                      </a:endParaRPr>
                    </a:p>
                  </a:txBody>
                  <a:tcPr marL="0" marR="91425" marT="91425" marB="91425" anchor="ctr">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tc>
                  <a:txBody>
                    <a:bodyPr/>
                    <a:lstStyle/>
                    <a:p>
                      <a:pPr marL="171450" lvl="0" indent="-171450" algn="l" rtl="0">
                        <a:lnSpc>
                          <a:spcPct val="115000"/>
                        </a:lnSpc>
                        <a:spcBef>
                          <a:spcPts val="0"/>
                        </a:spcBef>
                        <a:spcAft>
                          <a:spcPts val="0"/>
                        </a:spcAft>
                        <a:buFont typeface="Arial" panose="020B0604020202020204" pitchFamily="34" charset="0"/>
                        <a:buChar char="•"/>
                      </a:pPr>
                      <a:r>
                        <a:rPr lang="en" sz="900" dirty="0">
                          <a:solidFill>
                            <a:schemeClr val="accent4"/>
                          </a:solidFill>
                          <a:latin typeface="+mj-lt"/>
                          <a:ea typeface="Lato"/>
                          <a:cs typeface="Lato"/>
                          <a:sym typeface="Lato"/>
                        </a:rPr>
                        <a:t>Users interact with the Mindful Companion AI by choosing one of the app’s main features</a:t>
                      </a:r>
                      <a:endParaRPr sz="900" dirty="0">
                        <a:solidFill>
                          <a:schemeClr val="accent4"/>
                        </a:solidFill>
                        <a:latin typeface="+mj-lt"/>
                        <a:ea typeface="Lato"/>
                        <a:cs typeface="Lato"/>
                        <a:sym typeface="Lato"/>
                      </a:endParaRPr>
                    </a:p>
                  </a:txBody>
                  <a:tcPr marL="0" marR="91425" marT="91425" marB="91425" anchor="ctr">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extLst>
                  <a:ext uri="{0D108BD9-81ED-4DB2-BD59-A6C34878D82A}">
                    <a16:rowId xmlns:a16="http://schemas.microsoft.com/office/drawing/2014/main" val="10001"/>
                  </a:ext>
                </a:extLst>
              </a:tr>
              <a:tr h="1162055">
                <a:tc>
                  <a:txBody>
                    <a:bodyPr/>
                    <a:lstStyle/>
                    <a:p>
                      <a:pPr marL="0" lvl="0" indent="0" algn="l" rtl="0">
                        <a:lnSpc>
                          <a:spcPct val="115000"/>
                        </a:lnSpc>
                        <a:spcBef>
                          <a:spcPts val="0"/>
                        </a:spcBef>
                        <a:spcAft>
                          <a:spcPts val="0"/>
                        </a:spcAft>
                        <a:buNone/>
                      </a:pPr>
                      <a:r>
                        <a:rPr lang="en" sz="1050" b="1" dirty="0">
                          <a:solidFill>
                            <a:schemeClr val="accent1"/>
                          </a:solidFill>
                          <a:latin typeface="+mj-lt"/>
                          <a:ea typeface="Poppins"/>
                          <a:cs typeface="Poppins"/>
                          <a:sym typeface="Poppins"/>
                        </a:rPr>
                        <a:t>Major Step(s)</a:t>
                      </a:r>
                      <a:endParaRPr sz="1050" b="1" dirty="0">
                        <a:solidFill>
                          <a:schemeClr val="accent1"/>
                        </a:solidFill>
                        <a:latin typeface="+mj-lt"/>
                        <a:ea typeface="Poppins"/>
                        <a:cs typeface="Poppins"/>
                        <a:sym typeface="Poppins"/>
                      </a:endParaRPr>
                    </a:p>
                  </a:txBody>
                  <a:tcPr marL="0" marR="91425" marT="91425" marB="91425" anchor="ctr">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tc>
                  <a:txBody>
                    <a:bodyPr/>
                    <a:lstStyle/>
                    <a:p>
                      <a:pPr marL="171450" lvl="0" indent="-171450" algn="l" rtl="0">
                        <a:lnSpc>
                          <a:spcPct val="115000"/>
                        </a:lnSpc>
                        <a:spcBef>
                          <a:spcPts val="0"/>
                        </a:spcBef>
                        <a:spcAft>
                          <a:spcPts val="0"/>
                        </a:spcAft>
                        <a:buFont typeface="Arial" panose="020B0604020202020204" pitchFamily="34" charset="0"/>
                        <a:buChar char="•"/>
                      </a:pPr>
                      <a:r>
                        <a:rPr lang="en" sz="900" dirty="0">
                          <a:solidFill>
                            <a:schemeClr val="lt2"/>
                          </a:solidFill>
                          <a:latin typeface="+mj-lt"/>
                          <a:ea typeface="Lato"/>
                          <a:cs typeface="Lato"/>
                          <a:sym typeface="Lato"/>
                        </a:rPr>
                        <a:t> </a:t>
                      </a:r>
                      <a:r>
                        <a:rPr lang="en" sz="900" dirty="0">
                          <a:solidFill>
                            <a:schemeClr val="accent4"/>
                          </a:solidFill>
                          <a:latin typeface="+mj-lt"/>
                          <a:ea typeface="Lato"/>
                          <a:cs typeface="Lato"/>
                          <a:sym typeface="Lato"/>
                        </a:rPr>
                        <a:t>Prompt Selection - Users are presented with personalized, guided prompts based on their engagement history.</a:t>
                      </a:r>
                      <a:endParaRPr sz="900" dirty="0">
                        <a:solidFill>
                          <a:schemeClr val="accent4"/>
                        </a:solidFill>
                        <a:latin typeface="+mj-lt"/>
                        <a:ea typeface="Lato"/>
                        <a:cs typeface="Lato"/>
                        <a:sym typeface="Lato"/>
                      </a:endParaRPr>
                    </a:p>
                    <a:p>
                      <a:pPr marL="171450" lvl="0" indent="-171450" algn="l" rtl="0">
                        <a:lnSpc>
                          <a:spcPct val="115000"/>
                        </a:lnSpc>
                        <a:spcBef>
                          <a:spcPts val="1200"/>
                        </a:spcBef>
                        <a:spcAft>
                          <a:spcPts val="0"/>
                        </a:spcAft>
                        <a:buFont typeface="Arial" panose="020B0604020202020204" pitchFamily="34" charset="0"/>
                        <a:buChar char="•"/>
                      </a:pPr>
                      <a:r>
                        <a:rPr lang="en" sz="900" dirty="0">
                          <a:solidFill>
                            <a:schemeClr val="accent4"/>
                          </a:solidFill>
                          <a:latin typeface="+mj-lt"/>
                          <a:ea typeface="Lato"/>
                          <a:cs typeface="Lato"/>
                          <a:sym typeface="Lato"/>
                        </a:rPr>
                        <a:t>Reflection &amp; Response - Users reflect and respond to prompts using text or voice.</a:t>
                      </a:r>
                      <a:endParaRPr sz="900" dirty="0">
                        <a:solidFill>
                          <a:schemeClr val="accent4"/>
                        </a:solidFill>
                        <a:latin typeface="+mj-lt"/>
                        <a:ea typeface="Lato"/>
                        <a:cs typeface="Lato"/>
                        <a:sym typeface="Lato"/>
                      </a:endParaRPr>
                    </a:p>
                    <a:p>
                      <a:pPr marL="171450" lvl="0" indent="-171450" algn="l" rtl="0">
                        <a:lnSpc>
                          <a:spcPct val="115000"/>
                        </a:lnSpc>
                        <a:spcBef>
                          <a:spcPts val="1200"/>
                        </a:spcBef>
                        <a:spcAft>
                          <a:spcPts val="0"/>
                        </a:spcAft>
                        <a:buFont typeface="Arial" panose="020B0604020202020204" pitchFamily="34" charset="0"/>
                        <a:buChar char="•"/>
                      </a:pPr>
                      <a:r>
                        <a:rPr lang="en" sz="900" dirty="0">
                          <a:solidFill>
                            <a:schemeClr val="accent4"/>
                          </a:solidFill>
                          <a:latin typeface="+mj-lt"/>
                          <a:ea typeface="Lato"/>
                          <a:cs typeface="Lato"/>
                          <a:sym typeface="Lato"/>
                        </a:rPr>
                        <a:t>Content Generation - AI analyzes the user’s input and generates tailored meditation content or action suggestions.</a:t>
                      </a:r>
                      <a:endParaRPr sz="900" dirty="0">
                        <a:solidFill>
                          <a:schemeClr val="accent4"/>
                        </a:solidFill>
                        <a:latin typeface="+mj-lt"/>
                        <a:ea typeface="Lato"/>
                        <a:cs typeface="Lato"/>
                        <a:sym typeface="Lato"/>
                      </a:endParaRPr>
                    </a:p>
                    <a:p>
                      <a:pPr marL="171450" lvl="0" indent="-171450" algn="l" rtl="0">
                        <a:lnSpc>
                          <a:spcPct val="115000"/>
                        </a:lnSpc>
                        <a:spcBef>
                          <a:spcPts val="1200"/>
                        </a:spcBef>
                        <a:spcAft>
                          <a:spcPts val="1200"/>
                        </a:spcAft>
                        <a:buFont typeface="Arial" panose="020B0604020202020204" pitchFamily="34" charset="0"/>
                        <a:buChar char="•"/>
                      </a:pPr>
                      <a:r>
                        <a:rPr lang="en" sz="900" dirty="0">
                          <a:solidFill>
                            <a:schemeClr val="accent4"/>
                          </a:solidFill>
                          <a:latin typeface="+mj-lt"/>
                          <a:ea typeface="Lato"/>
                          <a:cs typeface="Lato"/>
                          <a:sym typeface="Lato"/>
                        </a:rPr>
                        <a:t>Review and Recommendation - AI recommendations are reviewed, either by users or experts, before final action or integration.</a:t>
                      </a:r>
                      <a:endParaRPr sz="900" dirty="0">
                        <a:solidFill>
                          <a:schemeClr val="accent4"/>
                        </a:solidFill>
                        <a:latin typeface="+mj-lt"/>
                        <a:ea typeface="Lato"/>
                        <a:cs typeface="Lato"/>
                        <a:sym typeface="Lato"/>
                      </a:endParaRPr>
                    </a:p>
                  </a:txBody>
                  <a:tcPr marL="0" marR="91425" marT="91425" marB="91425" anchor="ctr">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extLst>
                  <a:ext uri="{0D108BD9-81ED-4DB2-BD59-A6C34878D82A}">
                    <a16:rowId xmlns:a16="http://schemas.microsoft.com/office/drawing/2014/main" val="10002"/>
                  </a:ext>
                </a:extLst>
              </a:tr>
              <a:tr h="875089">
                <a:tc>
                  <a:txBody>
                    <a:bodyPr/>
                    <a:lstStyle/>
                    <a:p>
                      <a:pPr marL="0" lvl="0" indent="0" algn="l" rtl="0">
                        <a:lnSpc>
                          <a:spcPct val="115000"/>
                        </a:lnSpc>
                        <a:spcBef>
                          <a:spcPts val="0"/>
                        </a:spcBef>
                        <a:spcAft>
                          <a:spcPts val="0"/>
                        </a:spcAft>
                        <a:buNone/>
                      </a:pPr>
                      <a:r>
                        <a:rPr lang="en" sz="1050" b="1" dirty="0">
                          <a:solidFill>
                            <a:schemeClr val="dk2"/>
                          </a:solidFill>
                          <a:latin typeface="+mj-lt"/>
                          <a:ea typeface="Poppins"/>
                          <a:cs typeface="Poppins"/>
                          <a:sym typeface="Poppins"/>
                        </a:rPr>
                        <a:t>Sub-step(s)</a:t>
                      </a:r>
                      <a:endParaRPr sz="1050" b="1" dirty="0">
                        <a:solidFill>
                          <a:schemeClr val="dk2"/>
                        </a:solidFill>
                        <a:latin typeface="+mj-lt"/>
                        <a:ea typeface="Poppins"/>
                        <a:cs typeface="Poppins"/>
                        <a:sym typeface="Poppins"/>
                      </a:endParaRPr>
                    </a:p>
                  </a:txBody>
                  <a:tcPr marL="0" marR="91425" marT="91425" marB="91425" anchor="ctr">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tc>
                  <a:txBody>
                    <a:bodyPr/>
                    <a:lstStyle/>
                    <a:p>
                      <a:pPr marL="171450" lvl="0" indent="-171450" algn="l" rtl="0">
                        <a:lnSpc>
                          <a:spcPct val="115000"/>
                        </a:lnSpc>
                        <a:spcBef>
                          <a:spcPts val="0"/>
                        </a:spcBef>
                        <a:spcAft>
                          <a:spcPts val="0"/>
                        </a:spcAft>
                        <a:buFont typeface="Arial" panose="020B0604020202020204" pitchFamily="34" charset="0"/>
                        <a:buChar char="•"/>
                      </a:pPr>
                      <a:r>
                        <a:rPr lang="en" sz="900" dirty="0">
                          <a:solidFill>
                            <a:schemeClr val="accent4"/>
                          </a:solidFill>
                          <a:latin typeface="+mj-lt"/>
                          <a:ea typeface="Lato"/>
                          <a:cs typeface="Lato"/>
                          <a:sym typeface="Lato"/>
                        </a:rPr>
                        <a:t>Data Gathering - AI retrieves user behavior and preference data from My Path, Explore, and past interactions.</a:t>
                      </a:r>
                      <a:endParaRPr sz="900" dirty="0">
                        <a:solidFill>
                          <a:schemeClr val="accent4"/>
                        </a:solidFill>
                        <a:latin typeface="+mj-lt"/>
                        <a:ea typeface="Lato"/>
                        <a:cs typeface="Lato"/>
                        <a:sym typeface="Lato"/>
                      </a:endParaRPr>
                    </a:p>
                    <a:p>
                      <a:pPr marL="171450" lvl="0" indent="-171450" algn="l" rtl="0">
                        <a:lnSpc>
                          <a:spcPct val="115000"/>
                        </a:lnSpc>
                        <a:spcBef>
                          <a:spcPts val="1200"/>
                        </a:spcBef>
                        <a:spcAft>
                          <a:spcPts val="0"/>
                        </a:spcAft>
                        <a:buFont typeface="Arial" panose="020B0604020202020204" pitchFamily="34" charset="0"/>
                        <a:buChar char="•"/>
                      </a:pPr>
                      <a:r>
                        <a:rPr lang="en" sz="900" dirty="0">
                          <a:solidFill>
                            <a:schemeClr val="accent4"/>
                          </a:solidFill>
                          <a:latin typeface="+mj-lt"/>
                          <a:ea typeface="Lato"/>
                          <a:cs typeface="Lato"/>
                          <a:sym typeface="Lato"/>
                        </a:rPr>
                        <a:t>Reflection Guidance - AI generates responses or new insights for user feedback.</a:t>
                      </a:r>
                      <a:endParaRPr sz="900" dirty="0">
                        <a:solidFill>
                          <a:schemeClr val="accent4"/>
                        </a:solidFill>
                        <a:latin typeface="+mj-lt"/>
                        <a:ea typeface="Lato"/>
                        <a:cs typeface="Lato"/>
                        <a:sym typeface="Lato"/>
                      </a:endParaRPr>
                    </a:p>
                    <a:p>
                      <a:pPr marL="171450" lvl="0" indent="-171450" algn="l" rtl="0">
                        <a:lnSpc>
                          <a:spcPct val="115000"/>
                        </a:lnSpc>
                        <a:spcBef>
                          <a:spcPts val="1200"/>
                        </a:spcBef>
                        <a:spcAft>
                          <a:spcPts val="1200"/>
                        </a:spcAft>
                        <a:buFont typeface="Arial" panose="020B0604020202020204" pitchFamily="34" charset="0"/>
                        <a:buChar char="•"/>
                      </a:pPr>
                      <a:r>
                        <a:rPr lang="en" sz="900" dirty="0">
                          <a:solidFill>
                            <a:schemeClr val="accent4"/>
                          </a:solidFill>
                          <a:latin typeface="+mj-lt"/>
                          <a:ea typeface="Lato"/>
                          <a:cs typeface="Lato"/>
                          <a:sym typeface="Lato"/>
                        </a:rPr>
                        <a:t>Content Approval Process - AI sends newly generated meditation content for expert validation before making it available under Explore.</a:t>
                      </a:r>
                      <a:endParaRPr sz="900" dirty="0">
                        <a:solidFill>
                          <a:schemeClr val="accent4"/>
                        </a:solidFill>
                        <a:latin typeface="+mj-lt"/>
                        <a:ea typeface="Lato"/>
                        <a:cs typeface="Lato"/>
                        <a:sym typeface="Lato"/>
                      </a:endParaRPr>
                    </a:p>
                  </a:txBody>
                  <a:tcPr marL="0" marR="91425" marT="91425" marB="91425" anchor="ctr">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extLst>
                  <a:ext uri="{0D108BD9-81ED-4DB2-BD59-A6C34878D82A}">
                    <a16:rowId xmlns:a16="http://schemas.microsoft.com/office/drawing/2014/main" val="10003"/>
                  </a:ext>
                </a:extLst>
              </a:tr>
              <a:tr h="761481">
                <a:tc>
                  <a:txBody>
                    <a:bodyPr/>
                    <a:lstStyle/>
                    <a:p>
                      <a:pPr marL="0" lvl="0" indent="0" algn="l" rtl="0">
                        <a:lnSpc>
                          <a:spcPct val="115000"/>
                        </a:lnSpc>
                        <a:spcBef>
                          <a:spcPts val="0"/>
                        </a:spcBef>
                        <a:spcAft>
                          <a:spcPts val="0"/>
                        </a:spcAft>
                        <a:buNone/>
                      </a:pPr>
                      <a:r>
                        <a:rPr lang="en" sz="1050" b="1" dirty="0">
                          <a:solidFill>
                            <a:schemeClr val="accent3"/>
                          </a:solidFill>
                          <a:latin typeface="+mj-lt"/>
                          <a:ea typeface="Poppins"/>
                          <a:cs typeface="Poppins"/>
                          <a:sym typeface="Poppins"/>
                        </a:rPr>
                        <a:t>Data Flow</a:t>
                      </a:r>
                      <a:endParaRPr sz="1050" b="1" dirty="0">
                        <a:solidFill>
                          <a:schemeClr val="accent3"/>
                        </a:solidFill>
                        <a:latin typeface="+mj-lt"/>
                        <a:ea typeface="Poppins"/>
                        <a:cs typeface="Poppins"/>
                        <a:sym typeface="Poppins"/>
                      </a:endParaRPr>
                    </a:p>
                  </a:txBody>
                  <a:tcPr marL="0" marR="91425" marT="91425" marB="91425" anchor="ctr">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tc>
                  <a:txBody>
                    <a:bodyPr/>
                    <a:lstStyle/>
                    <a:p>
                      <a:pPr marL="171450" lvl="0" indent="-171450" algn="l" rtl="0">
                        <a:lnSpc>
                          <a:spcPct val="115000"/>
                        </a:lnSpc>
                        <a:spcBef>
                          <a:spcPts val="0"/>
                        </a:spcBef>
                        <a:spcAft>
                          <a:spcPts val="0"/>
                        </a:spcAft>
                        <a:buFont typeface="Arial" panose="020B0604020202020204" pitchFamily="34" charset="0"/>
                        <a:buChar char="•"/>
                      </a:pPr>
                      <a:r>
                        <a:rPr lang="en" sz="900" dirty="0">
                          <a:solidFill>
                            <a:schemeClr val="accent4"/>
                          </a:solidFill>
                          <a:latin typeface="+mj-lt"/>
                          <a:ea typeface="Lato"/>
                          <a:cs typeface="Lato"/>
                          <a:sym typeface="Lato"/>
                        </a:rPr>
                        <a:t>Inputs - User engagement history from My Path (Awareness, Connection, Insight, Purpose). Specific preferences and interaction responses.</a:t>
                      </a:r>
                      <a:endParaRPr sz="900" dirty="0">
                        <a:solidFill>
                          <a:schemeClr val="accent4"/>
                        </a:solidFill>
                        <a:latin typeface="+mj-lt"/>
                        <a:ea typeface="Lato"/>
                        <a:cs typeface="Lato"/>
                        <a:sym typeface="Lato"/>
                      </a:endParaRPr>
                    </a:p>
                    <a:p>
                      <a:pPr marL="171450" lvl="0" indent="-171450" algn="l" rtl="0">
                        <a:lnSpc>
                          <a:spcPct val="115000"/>
                        </a:lnSpc>
                        <a:spcBef>
                          <a:spcPts val="1200"/>
                        </a:spcBef>
                        <a:spcAft>
                          <a:spcPts val="0"/>
                        </a:spcAft>
                        <a:buFont typeface="Arial" panose="020B0604020202020204" pitchFamily="34" charset="0"/>
                        <a:buChar char="•"/>
                      </a:pPr>
                      <a:r>
                        <a:rPr lang="en" sz="900" dirty="0">
                          <a:solidFill>
                            <a:schemeClr val="accent4"/>
                          </a:solidFill>
                          <a:latin typeface="+mj-lt"/>
                          <a:ea typeface="Lato"/>
                          <a:cs typeface="Lato"/>
                          <a:sym typeface="Lato"/>
                        </a:rPr>
                        <a:t>Processing - AI processes input data using Natural Language Processing (NLP) to tailor prompts and recommendations.</a:t>
                      </a:r>
                      <a:endParaRPr sz="900" dirty="0">
                        <a:solidFill>
                          <a:schemeClr val="accent4"/>
                        </a:solidFill>
                        <a:latin typeface="+mj-lt"/>
                        <a:ea typeface="Lato"/>
                        <a:cs typeface="Lato"/>
                        <a:sym typeface="Lato"/>
                      </a:endParaRPr>
                    </a:p>
                    <a:p>
                      <a:pPr marL="171450" lvl="0" indent="-171450" algn="l" rtl="0">
                        <a:lnSpc>
                          <a:spcPct val="115000"/>
                        </a:lnSpc>
                        <a:spcBef>
                          <a:spcPts val="1200"/>
                        </a:spcBef>
                        <a:spcAft>
                          <a:spcPts val="0"/>
                        </a:spcAft>
                        <a:buFont typeface="Arial" panose="020B0604020202020204" pitchFamily="34" charset="0"/>
                        <a:buChar char="•"/>
                      </a:pPr>
                      <a:r>
                        <a:rPr lang="en" sz="900" dirty="0">
                          <a:solidFill>
                            <a:schemeClr val="accent4"/>
                          </a:solidFill>
                          <a:latin typeface="+mj-lt"/>
                          <a:ea typeface="Lato"/>
                          <a:cs typeface="Lato"/>
                          <a:sym typeface="Lato"/>
                        </a:rPr>
                        <a:t>Output - Validated and personalized meditation content delivered to the user. Updated user insights to refine AI suggestions.</a:t>
                      </a:r>
                      <a:endParaRPr sz="900" dirty="0">
                        <a:solidFill>
                          <a:schemeClr val="accent4"/>
                        </a:solidFill>
                        <a:latin typeface="+mj-lt"/>
                        <a:ea typeface="Lato"/>
                        <a:cs typeface="Lato"/>
                        <a:sym typeface="Lato"/>
                      </a:endParaRPr>
                    </a:p>
                  </a:txBody>
                  <a:tcPr marL="0" marR="91425" marT="91425" marB="91425" anchor="ctr">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extLst>
                  <a:ext uri="{0D108BD9-81ED-4DB2-BD59-A6C34878D82A}">
                    <a16:rowId xmlns:a16="http://schemas.microsoft.com/office/drawing/2014/main" val="10004"/>
                  </a:ext>
                </a:extLst>
              </a:tr>
              <a:tr h="875089">
                <a:tc>
                  <a:txBody>
                    <a:bodyPr/>
                    <a:lstStyle/>
                    <a:p>
                      <a:pPr marL="0" lvl="0" indent="0" algn="l" rtl="0">
                        <a:lnSpc>
                          <a:spcPct val="115000"/>
                        </a:lnSpc>
                        <a:spcBef>
                          <a:spcPts val="0"/>
                        </a:spcBef>
                        <a:spcAft>
                          <a:spcPts val="0"/>
                        </a:spcAft>
                        <a:buNone/>
                      </a:pPr>
                      <a:r>
                        <a:rPr lang="en" sz="1050" b="1" dirty="0">
                          <a:solidFill>
                            <a:srgbClr val="6767ED"/>
                          </a:solidFill>
                          <a:latin typeface="+mj-lt"/>
                          <a:ea typeface="Poppins"/>
                          <a:cs typeface="Poppins"/>
                          <a:sym typeface="Poppins"/>
                        </a:rPr>
                        <a:t>Generated Output</a:t>
                      </a:r>
                      <a:endParaRPr sz="1050" b="1" dirty="0">
                        <a:solidFill>
                          <a:srgbClr val="6767ED"/>
                        </a:solidFill>
                        <a:latin typeface="+mj-lt"/>
                        <a:ea typeface="Poppins"/>
                        <a:cs typeface="Poppins"/>
                        <a:sym typeface="Poppins"/>
                      </a:endParaRPr>
                    </a:p>
                  </a:txBody>
                  <a:tcPr marL="0" marR="91425" marT="91425" marB="91425" anchor="ctr">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tc>
                  <a:txBody>
                    <a:bodyPr/>
                    <a:lstStyle/>
                    <a:p>
                      <a:pPr marL="171450" lvl="0" indent="-171450" algn="l" rtl="0">
                        <a:lnSpc>
                          <a:spcPct val="115000"/>
                        </a:lnSpc>
                        <a:spcBef>
                          <a:spcPts val="0"/>
                        </a:spcBef>
                        <a:spcAft>
                          <a:spcPts val="0"/>
                        </a:spcAft>
                        <a:buFont typeface="Arial" panose="020B0604020202020204" pitchFamily="34" charset="0"/>
                        <a:buChar char="•"/>
                      </a:pPr>
                      <a:r>
                        <a:rPr lang="en" sz="900" dirty="0">
                          <a:solidFill>
                            <a:schemeClr val="accent4"/>
                          </a:solidFill>
                          <a:latin typeface="+mj-lt"/>
                          <a:ea typeface="Lato"/>
                          <a:cs typeface="Lato"/>
                          <a:sym typeface="Lato"/>
                        </a:rPr>
                        <a:t>Meditation Suggestions: Personalized guidance aligned with the Healthy Minds pillars.</a:t>
                      </a:r>
                      <a:endParaRPr sz="900" dirty="0">
                        <a:solidFill>
                          <a:schemeClr val="accent4"/>
                        </a:solidFill>
                        <a:latin typeface="+mj-lt"/>
                        <a:ea typeface="Lato"/>
                        <a:cs typeface="Lato"/>
                        <a:sym typeface="Lato"/>
                      </a:endParaRPr>
                    </a:p>
                    <a:p>
                      <a:pPr marL="171450" lvl="0" indent="-171450" algn="l" rtl="0">
                        <a:lnSpc>
                          <a:spcPct val="115000"/>
                        </a:lnSpc>
                        <a:spcBef>
                          <a:spcPts val="1200"/>
                        </a:spcBef>
                        <a:spcAft>
                          <a:spcPts val="0"/>
                        </a:spcAft>
                        <a:buFont typeface="Arial" panose="020B0604020202020204" pitchFamily="34" charset="0"/>
                        <a:buChar char="•"/>
                      </a:pPr>
                      <a:r>
                        <a:rPr lang="en" sz="900" dirty="0">
                          <a:solidFill>
                            <a:schemeClr val="accent4"/>
                          </a:solidFill>
                          <a:latin typeface="+mj-lt"/>
                          <a:ea typeface="Lato"/>
                          <a:cs typeface="Lato"/>
                          <a:sym typeface="Lato"/>
                        </a:rPr>
                        <a:t>Content Creation: AI-driven, expert-validated meditations added to the Explore library.</a:t>
                      </a:r>
                      <a:endParaRPr sz="900" dirty="0">
                        <a:solidFill>
                          <a:schemeClr val="accent4"/>
                        </a:solidFill>
                        <a:latin typeface="+mj-lt"/>
                        <a:ea typeface="Lato"/>
                        <a:cs typeface="Lato"/>
                        <a:sym typeface="Lato"/>
                      </a:endParaRPr>
                    </a:p>
                    <a:p>
                      <a:pPr marL="171450" lvl="0" indent="-171450" algn="l" rtl="0">
                        <a:lnSpc>
                          <a:spcPct val="115000"/>
                        </a:lnSpc>
                        <a:spcBef>
                          <a:spcPts val="1200"/>
                        </a:spcBef>
                        <a:spcAft>
                          <a:spcPts val="1200"/>
                        </a:spcAft>
                        <a:buFont typeface="Arial" panose="020B0604020202020204" pitchFamily="34" charset="0"/>
                        <a:buChar char="•"/>
                      </a:pPr>
                      <a:r>
                        <a:rPr lang="en" sz="900" dirty="0">
                          <a:solidFill>
                            <a:schemeClr val="accent4"/>
                          </a:solidFill>
                          <a:latin typeface="+mj-lt"/>
                          <a:ea typeface="Lato"/>
                          <a:cs typeface="Lato"/>
                          <a:sym typeface="Lato"/>
                        </a:rPr>
                        <a:t>Progress Tracking: Insights updated in the user’s Profile dashboard.</a:t>
                      </a:r>
                      <a:endParaRPr sz="900" dirty="0">
                        <a:solidFill>
                          <a:schemeClr val="accent4"/>
                        </a:solidFill>
                        <a:latin typeface="+mj-lt"/>
                        <a:ea typeface="Lato"/>
                        <a:cs typeface="Lato"/>
                        <a:sym typeface="Lato"/>
                      </a:endParaRPr>
                    </a:p>
                  </a:txBody>
                  <a:tcPr marL="0" marR="91425" marT="91425" marB="91425" anchor="ctr">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2"/>
        <p:cNvGrpSpPr/>
        <p:nvPr/>
      </p:nvGrpSpPr>
      <p:grpSpPr>
        <a:xfrm>
          <a:off x="0" y="0"/>
          <a:ext cx="0" cy="0"/>
          <a:chOff x="0" y="0"/>
          <a:chExt cx="0" cy="0"/>
        </a:xfrm>
      </p:grpSpPr>
      <p:sp>
        <p:nvSpPr>
          <p:cNvPr id="213" name="Google Shape;213;p41"/>
          <p:cNvSpPr/>
          <p:nvPr/>
        </p:nvSpPr>
        <p:spPr>
          <a:xfrm>
            <a:off x="242700" y="181424"/>
            <a:ext cx="3964200" cy="4596763"/>
          </a:xfrm>
          <a:prstGeom prst="roundRect">
            <a:avLst>
              <a:gd name="adj" fmla="val 2574"/>
            </a:avLst>
          </a:prstGeom>
          <a:solidFill>
            <a:schemeClr val="dk2"/>
          </a:solidFill>
          <a:ln w="9525" cap="flat" cmpd="sng">
            <a:solidFill>
              <a:schemeClr val="dk2"/>
            </a:solidFill>
            <a:prstDash val="solid"/>
            <a:round/>
            <a:headEnd type="none" w="sm" len="sm"/>
            <a:tailEnd type="none" w="sm" len="sm"/>
          </a:ln>
        </p:spPr>
        <p:txBody>
          <a:bodyPr spcFirstLastPara="1" wrap="square" lIns="365750" tIns="365750" rIns="365750" bIns="365750" anchor="t" anchorCtr="0">
            <a:noAutofit/>
          </a:bodyPr>
          <a:lstStyle/>
          <a:p>
            <a:pPr marL="0" lvl="0" indent="0" algn="l" rtl="0">
              <a:spcBef>
                <a:spcPts val="0"/>
              </a:spcBef>
              <a:spcAft>
                <a:spcPts val="0"/>
              </a:spcAft>
              <a:buNone/>
            </a:pPr>
            <a:r>
              <a:rPr lang="en" sz="1600" b="1" dirty="0">
                <a:solidFill>
                  <a:schemeClr val="lt1"/>
                </a:solidFill>
              </a:rPr>
              <a:t>Model Requirements</a:t>
            </a:r>
            <a:endParaRPr sz="1600" b="1" dirty="0">
              <a:solidFill>
                <a:schemeClr val="lt1"/>
              </a:solidFill>
            </a:endParaRPr>
          </a:p>
          <a:p>
            <a:pPr marL="0" lvl="0" indent="0" algn="l" rtl="0">
              <a:spcBef>
                <a:spcPts val="0"/>
              </a:spcBef>
              <a:spcAft>
                <a:spcPts val="0"/>
              </a:spcAft>
              <a:buNone/>
            </a:pPr>
            <a:endParaRPr sz="900" dirty="0">
              <a:solidFill>
                <a:schemeClr val="lt1"/>
              </a:solidFill>
            </a:endParaRPr>
          </a:p>
          <a:p>
            <a:pPr marL="0" lvl="0" indent="0" algn="l" rtl="0">
              <a:spcBef>
                <a:spcPts val="0"/>
              </a:spcBef>
              <a:spcAft>
                <a:spcPts val="0"/>
              </a:spcAft>
              <a:buNone/>
            </a:pPr>
            <a:endParaRPr lang="en" sz="1200" b="1" dirty="0">
              <a:solidFill>
                <a:schemeClr val="lt1"/>
              </a:solidFill>
            </a:endParaRPr>
          </a:p>
          <a:p>
            <a:pPr marL="0" lvl="0" indent="0" algn="l" rtl="0">
              <a:spcBef>
                <a:spcPts val="0"/>
              </a:spcBef>
              <a:spcAft>
                <a:spcPts val="0"/>
              </a:spcAft>
              <a:buNone/>
            </a:pPr>
            <a:r>
              <a:rPr lang="en" sz="1600" b="1" dirty="0">
                <a:solidFill>
                  <a:schemeClr val="lt1"/>
                </a:solidFill>
              </a:rPr>
              <a:t>Priorities:</a:t>
            </a:r>
          </a:p>
          <a:p>
            <a:pPr marL="0" lvl="0" indent="0" algn="l" rtl="0">
              <a:spcBef>
                <a:spcPts val="0"/>
              </a:spcBef>
              <a:spcAft>
                <a:spcPts val="0"/>
              </a:spcAft>
              <a:buNone/>
            </a:pPr>
            <a:endParaRPr sz="1600" b="1" dirty="0">
              <a:solidFill>
                <a:schemeClr val="lt1"/>
              </a:solidFill>
            </a:endParaRPr>
          </a:p>
          <a:p>
            <a:pPr marL="457200" lvl="0" indent="-292100" algn="l" rtl="0">
              <a:spcBef>
                <a:spcPts val="0"/>
              </a:spcBef>
              <a:spcAft>
                <a:spcPts val="0"/>
              </a:spcAft>
              <a:buClr>
                <a:schemeClr val="lt1"/>
              </a:buClr>
              <a:buSzPts val="1000"/>
              <a:buAutoNum type="arabicPeriod"/>
            </a:pPr>
            <a:r>
              <a:rPr lang="en" sz="1000" b="1" dirty="0">
                <a:solidFill>
                  <a:schemeClr val="lt1"/>
                </a:solidFill>
              </a:rPr>
              <a:t>Cost-Efficiency: </a:t>
            </a:r>
            <a:r>
              <a:rPr lang="en" sz="1000" dirty="0">
                <a:solidFill>
                  <a:schemeClr val="lt1"/>
                </a:solidFill>
              </a:rPr>
              <a:t>Leverage GPT-4 Turbo’s lower costs to deliver a high ROI while maintaining quality outputs.</a:t>
            </a:r>
            <a:endParaRPr sz="1000" dirty="0">
              <a:solidFill>
                <a:schemeClr val="lt1"/>
              </a:solidFill>
            </a:endParaRPr>
          </a:p>
          <a:p>
            <a:pPr marL="457200" lvl="0" indent="-292100" algn="l" rtl="0">
              <a:spcBef>
                <a:spcPts val="0"/>
              </a:spcBef>
              <a:spcAft>
                <a:spcPts val="0"/>
              </a:spcAft>
              <a:buClr>
                <a:schemeClr val="lt1"/>
              </a:buClr>
              <a:buSzPts val="1000"/>
              <a:buAutoNum type="arabicPeriod"/>
            </a:pPr>
            <a:r>
              <a:rPr lang="en" sz="1000" b="1" dirty="0">
                <a:solidFill>
                  <a:schemeClr val="lt1"/>
                </a:solidFill>
              </a:rPr>
              <a:t>Relevance: </a:t>
            </a:r>
            <a:r>
              <a:rPr lang="en" sz="1000" dirty="0">
                <a:solidFill>
                  <a:schemeClr val="lt1"/>
                </a:solidFill>
              </a:rPr>
              <a:t>Ensure AI-generated recommendations achieve 95% alignment with user inputs and mindfulness objectives.</a:t>
            </a:r>
            <a:endParaRPr sz="1000" dirty="0">
              <a:solidFill>
                <a:schemeClr val="lt1"/>
              </a:solidFill>
            </a:endParaRPr>
          </a:p>
          <a:p>
            <a:pPr marL="457200" lvl="0" indent="-292100" algn="l" rtl="0">
              <a:spcBef>
                <a:spcPts val="0"/>
              </a:spcBef>
              <a:spcAft>
                <a:spcPts val="0"/>
              </a:spcAft>
              <a:buClr>
                <a:schemeClr val="lt1"/>
              </a:buClr>
              <a:buSzPts val="1000"/>
              <a:buAutoNum type="arabicPeriod"/>
            </a:pPr>
            <a:r>
              <a:rPr lang="en" sz="1000" b="1" dirty="0">
                <a:solidFill>
                  <a:schemeClr val="lt1"/>
                </a:solidFill>
              </a:rPr>
              <a:t>Empathy: </a:t>
            </a:r>
            <a:r>
              <a:rPr lang="en" sz="1000" dirty="0">
                <a:solidFill>
                  <a:schemeClr val="lt1"/>
                </a:solidFill>
              </a:rPr>
              <a:t>Maintain a supportive tone that reflects the Healthy Minds Program’s values and encourages mindfulness practices.</a:t>
            </a:r>
            <a:endParaRPr sz="1000" dirty="0">
              <a:solidFill>
                <a:schemeClr val="lt1"/>
              </a:solidFill>
            </a:endParaRPr>
          </a:p>
          <a:p>
            <a:pPr marL="457200" lvl="0" indent="-292100" algn="l" rtl="0">
              <a:spcBef>
                <a:spcPts val="0"/>
              </a:spcBef>
              <a:spcAft>
                <a:spcPts val="0"/>
              </a:spcAft>
              <a:buClr>
                <a:schemeClr val="lt1"/>
              </a:buClr>
              <a:buSzPts val="1000"/>
              <a:buAutoNum type="arabicPeriod"/>
            </a:pPr>
            <a:r>
              <a:rPr lang="en" sz="1000" b="1" dirty="0">
                <a:solidFill>
                  <a:schemeClr val="lt1"/>
                </a:solidFill>
              </a:rPr>
              <a:t>Scalability:</a:t>
            </a:r>
            <a:r>
              <a:rPr lang="en" sz="1000" dirty="0">
                <a:solidFill>
                  <a:schemeClr val="lt1"/>
                </a:solidFill>
              </a:rPr>
              <a:t> Efficiently support up to 1 million users globally, including multilingual functionality and localized content.</a:t>
            </a:r>
            <a:endParaRPr sz="1000" dirty="0">
              <a:solidFill>
                <a:schemeClr val="lt1"/>
              </a:solidFill>
            </a:endParaRPr>
          </a:p>
          <a:p>
            <a:pPr marL="457200" lvl="0" indent="-292100" algn="l" rtl="0">
              <a:spcBef>
                <a:spcPts val="0"/>
              </a:spcBef>
              <a:spcAft>
                <a:spcPts val="0"/>
              </a:spcAft>
              <a:buClr>
                <a:schemeClr val="lt1"/>
              </a:buClr>
              <a:buSzPts val="1000"/>
              <a:buAutoNum type="arabicPeriod"/>
            </a:pPr>
            <a:r>
              <a:rPr lang="en" sz="1000" b="1" dirty="0">
                <a:solidFill>
                  <a:schemeClr val="lt1"/>
                </a:solidFill>
              </a:rPr>
              <a:t>Validation: </a:t>
            </a:r>
            <a:r>
              <a:rPr lang="en" sz="1000" dirty="0">
                <a:solidFill>
                  <a:schemeClr val="lt1"/>
                </a:solidFill>
              </a:rPr>
              <a:t>Ensure that 85% of AI-generated content passes expert review for scientific rigor and alignment with Healthy Minds’ principles.</a:t>
            </a:r>
            <a:endParaRPr sz="1000" dirty="0">
              <a:solidFill>
                <a:schemeClr val="lt1"/>
              </a:solidFill>
            </a:endParaRPr>
          </a:p>
          <a:p>
            <a:pPr marL="457200" lvl="0" indent="-292100" algn="l" rtl="0">
              <a:spcBef>
                <a:spcPts val="0"/>
              </a:spcBef>
              <a:spcAft>
                <a:spcPts val="0"/>
              </a:spcAft>
              <a:buClr>
                <a:schemeClr val="lt1"/>
              </a:buClr>
              <a:buSzPts val="1000"/>
              <a:buAutoNum type="arabicPeriod"/>
            </a:pPr>
            <a:r>
              <a:rPr lang="en" sz="1000" b="1" dirty="0">
                <a:solidFill>
                  <a:schemeClr val="lt1"/>
                </a:solidFill>
              </a:rPr>
              <a:t>Efficiency:</a:t>
            </a:r>
            <a:r>
              <a:rPr lang="en" sz="1000" dirty="0">
                <a:solidFill>
                  <a:schemeClr val="lt1"/>
                </a:solidFill>
              </a:rPr>
              <a:t> Sub-2 second response times ensure smooth, engaging user interactions.</a:t>
            </a:r>
            <a:endParaRPr sz="1000" dirty="0">
              <a:solidFill>
                <a:schemeClr val="lt1"/>
              </a:solidFill>
            </a:endParaRPr>
          </a:p>
          <a:p>
            <a:pPr marL="0" lvl="0" indent="0" algn="l" rtl="0">
              <a:spcBef>
                <a:spcPts val="0"/>
              </a:spcBef>
              <a:spcAft>
                <a:spcPts val="0"/>
              </a:spcAft>
              <a:buNone/>
            </a:pPr>
            <a:endParaRPr sz="1000" dirty="0">
              <a:solidFill>
                <a:schemeClr val="lt1"/>
              </a:solidFill>
            </a:endParaRPr>
          </a:p>
          <a:p>
            <a:pPr marL="0" lvl="0" indent="0" algn="l" rtl="0">
              <a:spcBef>
                <a:spcPts val="0"/>
              </a:spcBef>
              <a:spcAft>
                <a:spcPts val="0"/>
              </a:spcAft>
              <a:buNone/>
            </a:pPr>
            <a:r>
              <a:rPr lang="en" sz="900" dirty="0">
                <a:solidFill>
                  <a:schemeClr val="lt1"/>
                </a:solidFill>
              </a:rPr>
              <a:t> </a:t>
            </a:r>
            <a:endParaRPr sz="900" dirty="0">
              <a:solidFill>
                <a:schemeClr val="lt1"/>
              </a:solidFill>
            </a:endParaRPr>
          </a:p>
        </p:txBody>
      </p:sp>
      <p:sp>
        <p:nvSpPr>
          <p:cNvPr id="214" name="Google Shape;214;p41"/>
          <p:cNvSpPr txBox="1"/>
          <p:nvPr/>
        </p:nvSpPr>
        <p:spPr>
          <a:xfrm>
            <a:off x="4592400" y="181425"/>
            <a:ext cx="4308900" cy="180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dirty="0"/>
              <a:t>The Mindful Companion AI powered by GPT-4o Turbo offers a scalable, cost-effective solution that aligns with the Healthy Minds Program’s mission of fostering global well-being. By delivering personalized, culturally sensitive mindfulness experiences, the AI enhances user engagement and positions the program as a leader in mindfulness innovation.</a:t>
            </a:r>
            <a:endParaRPr sz="1300" dirty="0"/>
          </a:p>
          <a:p>
            <a:pPr marL="0" lvl="0" indent="0" algn="l" rtl="0">
              <a:spcBef>
                <a:spcPts val="0"/>
              </a:spcBef>
              <a:spcAft>
                <a:spcPts val="0"/>
              </a:spcAft>
              <a:buNone/>
            </a:pPr>
            <a:endParaRPr sz="1300" dirty="0"/>
          </a:p>
        </p:txBody>
      </p:sp>
      <p:sp>
        <p:nvSpPr>
          <p:cNvPr id="215" name="Google Shape;215;p41"/>
          <p:cNvSpPr txBox="1"/>
          <p:nvPr/>
        </p:nvSpPr>
        <p:spPr>
          <a:xfrm>
            <a:off x="4572000" y="1984425"/>
            <a:ext cx="4499400" cy="2616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dirty="0"/>
              <a:t>Rationale for Key Requirements</a:t>
            </a:r>
            <a:endParaRPr b="1" dirty="0"/>
          </a:p>
          <a:p>
            <a:pPr marL="457200" lvl="0" indent="-304800" algn="l" rtl="0">
              <a:spcBef>
                <a:spcPts val="0"/>
              </a:spcBef>
              <a:spcAft>
                <a:spcPts val="0"/>
              </a:spcAft>
              <a:buSzPts val="1200"/>
              <a:buAutoNum type="arabicPeriod"/>
            </a:pPr>
            <a:r>
              <a:rPr lang="en" sz="1200" dirty="0"/>
              <a:t>Closed-Source Model: Protects proprietary data and ensures compliance with privacy standards like GDPR and HIPAA.</a:t>
            </a:r>
            <a:endParaRPr sz="1200" dirty="0"/>
          </a:p>
          <a:p>
            <a:pPr marL="457200" lvl="0" indent="-304800" algn="l" rtl="0">
              <a:spcBef>
                <a:spcPts val="0"/>
              </a:spcBef>
              <a:spcAft>
                <a:spcPts val="0"/>
              </a:spcAft>
              <a:buSzPts val="1200"/>
              <a:buAutoNum type="arabicPeriod"/>
            </a:pPr>
            <a:r>
              <a:rPr lang="en" sz="1200" dirty="0"/>
              <a:t>32,000-Token Context Window: Allows the AI to handle long, reflective conversations and maintain continuity in user sessions.</a:t>
            </a:r>
            <a:endParaRPr sz="1200" dirty="0"/>
          </a:p>
          <a:p>
            <a:pPr marL="457200" lvl="0" indent="-304800" algn="l" rtl="0">
              <a:spcBef>
                <a:spcPts val="0"/>
              </a:spcBef>
              <a:spcAft>
                <a:spcPts val="0"/>
              </a:spcAft>
              <a:buSzPts val="1200"/>
              <a:buAutoNum type="arabicPeriod"/>
            </a:pPr>
            <a:r>
              <a:rPr lang="en" sz="1200" dirty="0"/>
              <a:t>Cost Efficiency: GPT-4o Turbo offers a significantly lower cost per token, enabling sustainable scaling and a high ROI.</a:t>
            </a:r>
            <a:endParaRPr sz="1200" dirty="0"/>
          </a:p>
          <a:p>
            <a:pPr marL="457200" lvl="0" indent="-304800" algn="l" rtl="0">
              <a:spcBef>
                <a:spcPts val="0"/>
              </a:spcBef>
              <a:spcAft>
                <a:spcPts val="0"/>
              </a:spcAft>
              <a:buSzPts val="1200"/>
              <a:buAutoNum type="arabicPeriod"/>
            </a:pPr>
            <a:r>
              <a:rPr lang="en" sz="1200" dirty="0"/>
              <a:t>Global Accessibility: Multi-lingual capabilities expand the program’s reach and impact across diverse cultural and linguistic contexts.</a:t>
            </a:r>
            <a:endParaRPr sz="1200" dirty="0"/>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graphicFrame>
        <p:nvGraphicFramePr>
          <p:cNvPr id="220" name="Google Shape;220;p42"/>
          <p:cNvGraphicFramePr/>
          <p:nvPr>
            <p:extLst>
              <p:ext uri="{D42A27DB-BD31-4B8C-83A1-F6EECF244321}">
                <p14:modId xmlns:p14="http://schemas.microsoft.com/office/powerpoint/2010/main" val="3679479732"/>
              </p:ext>
            </p:extLst>
          </p:nvPr>
        </p:nvGraphicFramePr>
        <p:xfrm>
          <a:off x="25" y="0"/>
          <a:ext cx="9143975" cy="5047129"/>
        </p:xfrm>
        <a:graphic>
          <a:graphicData uri="http://schemas.openxmlformats.org/drawingml/2006/table">
            <a:tbl>
              <a:tblPr>
                <a:noFill/>
                <a:tableStyleId>{DFBD72C0-B631-4862-9162-07C6D545C25E}</a:tableStyleId>
              </a:tblPr>
              <a:tblGrid>
                <a:gridCol w="1532967">
                  <a:extLst>
                    <a:ext uri="{9D8B030D-6E8A-4147-A177-3AD203B41FA5}">
                      <a16:colId xmlns:a16="http://schemas.microsoft.com/office/drawing/2014/main" val="20000"/>
                    </a:ext>
                  </a:extLst>
                </a:gridCol>
                <a:gridCol w="2878108">
                  <a:extLst>
                    <a:ext uri="{9D8B030D-6E8A-4147-A177-3AD203B41FA5}">
                      <a16:colId xmlns:a16="http://schemas.microsoft.com/office/drawing/2014/main" val="20001"/>
                    </a:ext>
                  </a:extLst>
                </a:gridCol>
                <a:gridCol w="4732900">
                  <a:extLst>
                    <a:ext uri="{9D8B030D-6E8A-4147-A177-3AD203B41FA5}">
                      <a16:colId xmlns:a16="http://schemas.microsoft.com/office/drawing/2014/main" val="20002"/>
                    </a:ext>
                  </a:extLst>
                </a:gridCol>
              </a:tblGrid>
              <a:tr h="388113">
                <a:tc gridSpan="3">
                  <a:txBody>
                    <a:bodyPr/>
                    <a:lstStyle/>
                    <a:p>
                      <a:pPr marL="0" lvl="0" indent="0" algn="ctr" rtl="0">
                        <a:lnSpc>
                          <a:spcPct val="115000"/>
                        </a:lnSpc>
                        <a:spcBef>
                          <a:spcPts val="0"/>
                        </a:spcBef>
                        <a:spcAft>
                          <a:spcPts val="0"/>
                        </a:spcAft>
                        <a:buNone/>
                      </a:pPr>
                      <a:r>
                        <a:rPr lang="en" sz="1600" b="1" dirty="0">
                          <a:solidFill>
                            <a:schemeClr val="bg2"/>
                          </a:solidFill>
                          <a:latin typeface="+mj-lt"/>
                          <a:ea typeface="Poppins"/>
                          <a:cs typeface="Poppins"/>
                          <a:sym typeface="Poppins"/>
                        </a:rPr>
                        <a:t>Model &amp; Data Requirement</a:t>
                      </a:r>
                      <a:endParaRPr sz="1000" dirty="0">
                        <a:solidFill>
                          <a:schemeClr val="bg2"/>
                        </a:solidFill>
                        <a:latin typeface="+mj-lt"/>
                        <a:ea typeface="Poppins SemiBold"/>
                        <a:cs typeface="Poppins SemiBold"/>
                        <a:sym typeface="Poppins SemiBold"/>
                      </a:endParaRPr>
                    </a:p>
                  </a:txBody>
                  <a:tcPr marL="0" marR="91425" marT="0" marB="91425" anchor="ctr">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alpha val="0"/>
                        </a:srgbClr>
                      </a:solidFill>
                      <a:prstDash val="solid"/>
                      <a:round/>
                      <a:headEnd type="none" w="sm" len="sm"/>
                      <a:tailEnd type="none" w="sm" len="sm"/>
                    </a:lnT>
                    <a:lnB w="9525" cap="flat" cmpd="sng">
                      <a:solidFill>
                        <a:schemeClr val="lt1"/>
                      </a:solidFill>
                      <a:prstDash val="solid"/>
                      <a:round/>
                      <a:headEnd type="none" w="sm" len="sm"/>
                      <a:tailEnd type="none" w="sm" len="sm"/>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95062">
                <a:tc>
                  <a:txBody>
                    <a:bodyPr/>
                    <a:lstStyle/>
                    <a:p>
                      <a:pPr marL="0" lvl="0" indent="0" algn="ctr" rtl="0">
                        <a:lnSpc>
                          <a:spcPct val="115000"/>
                        </a:lnSpc>
                        <a:spcBef>
                          <a:spcPts val="0"/>
                        </a:spcBef>
                        <a:spcAft>
                          <a:spcPts val="0"/>
                        </a:spcAft>
                        <a:buNone/>
                      </a:pPr>
                      <a:endParaRPr sz="1050" b="1" dirty="0">
                        <a:solidFill>
                          <a:schemeClr val="bg1"/>
                        </a:solidFill>
                        <a:latin typeface="+mj-lt"/>
                        <a:ea typeface="Poppins SemiBold"/>
                        <a:cs typeface="Poppins SemiBold"/>
                        <a:sym typeface="Poppins SemiBold"/>
                      </a:endParaRPr>
                    </a:p>
                    <a:p>
                      <a:pPr marL="0" lvl="0" indent="0" algn="ctr" rtl="0">
                        <a:lnSpc>
                          <a:spcPct val="115000"/>
                        </a:lnSpc>
                        <a:spcBef>
                          <a:spcPts val="0"/>
                        </a:spcBef>
                        <a:spcAft>
                          <a:spcPts val="0"/>
                        </a:spcAft>
                        <a:buNone/>
                      </a:pPr>
                      <a:r>
                        <a:rPr lang="en" sz="1050" b="1" dirty="0">
                          <a:solidFill>
                            <a:schemeClr val="bg1"/>
                          </a:solidFill>
                          <a:latin typeface="+mj-lt"/>
                          <a:ea typeface="Poppins SemiBold"/>
                          <a:cs typeface="Poppins SemiBold"/>
                          <a:sym typeface="Poppins SemiBold"/>
                        </a:rPr>
                        <a:t>SPECIFICATION</a:t>
                      </a:r>
                      <a:endParaRPr sz="1050" b="1" dirty="0">
                        <a:solidFill>
                          <a:schemeClr val="bg1"/>
                        </a:solidFill>
                        <a:latin typeface="+mj-lt"/>
                        <a:ea typeface="Poppins SemiBold"/>
                        <a:cs typeface="Poppins SemiBold"/>
                        <a:sym typeface="Poppins SemiBold"/>
                      </a:endParaRPr>
                    </a:p>
                  </a:txBody>
                  <a:tcPr marL="0" marR="91425" marT="0" marB="91425" anchor="ctr">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E5E5EB"/>
                      </a:solidFill>
                      <a:prstDash val="solid"/>
                      <a:round/>
                      <a:headEnd type="none" w="sm" len="sm"/>
                      <a:tailEnd type="none" w="sm" len="sm"/>
                    </a:lnB>
                    <a:solidFill>
                      <a:schemeClr val="tx1">
                        <a:lumMod val="75000"/>
                        <a:lumOff val="25000"/>
                      </a:schemeClr>
                    </a:solidFill>
                  </a:tcPr>
                </a:tc>
                <a:tc>
                  <a:txBody>
                    <a:bodyPr/>
                    <a:lstStyle/>
                    <a:p>
                      <a:pPr marL="0" lvl="0" indent="0" algn="ctr" rtl="0">
                        <a:lnSpc>
                          <a:spcPct val="115000"/>
                        </a:lnSpc>
                        <a:spcBef>
                          <a:spcPts val="0"/>
                        </a:spcBef>
                        <a:spcAft>
                          <a:spcPts val="0"/>
                        </a:spcAft>
                        <a:buNone/>
                      </a:pPr>
                      <a:endParaRPr sz="1050" b="1" dirty="0">
                        <a:solidFill>
                          <a:schemeClr val="bg1"/>
                        </a:solidFill>
                        <a:latin typeface="+mj-lt"/>
                        <a:ea typeface="Poppins SemiBold"/>
                        <a:cs typeface="Poppins SemiBold"/>
                        <a:sym typeface="Poppins SemiBold"/>
                      </a:endParaRPr>
                    </a:p>
                    <a:p>
                      <a:pPr marL="0" lvl="0" indent="0" algn="ctr" rtl="0">
                        <a:lnSpc>
                          <a:spcPct val="115000"/>
                        </a:lnSpc>
                        <a:spcBef>
                          <a:spcPts val="0"/>
                        </a:spcBef>
                        <a:spcAft>
                          <a:spcPts val="0"/>
                        </a:spcAft>
                        <a:buNone/>
                      </a:pPr>
                      <a:r>
                        <a:rPr lang="en" sz="1050" b="1" dirty="0">
                          <a:solidFill>
                            <a:schemeClr val="bg1"/>
                          </a:solidFill>
                          <a:latin typeface="+mj-lt"/>
                          <a:ea typeface="Poppins SemiBold"/>
                          <a:cs typeface="Poppins SemiBold"/>
                          <a:sym typeface="Poppins SemiBold"/>
                        </a:rPr>
                        <a:t>REQUIREMENT</a:t>
                      </a:r>
                      <a:endParaRPr sz="1050" b="1" dirty="0">
                        <a:solidFill>
                          <a:schemeClr val="bg1"/>
                        </a:solidFill>
                        <a:latin typeface="+mj-lt"/>
                        <a:ea typeface="Poppins SemiBold"/>
                        <a:cs typeface="Poppins SemiBold"/>
                        <a:sym typeface="Poppins SemiBold"/>
                      </a:endParaRPr>
                    </a:p>
                  </a:txBody>
                  <a:tcPr marL="0" marR="91425" marT="0" marB="91425" anchor="ctr">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E5E5EB"/>
                      </a:solidFill>
                      <a:prstDash val="solid"/>
                      <a:round/>
                      <a:headEnd type="none" w="sm" len="sm"/>
                      <a:tailEnd type="none" w="sm" len="sm"/>
                    </a:lnB>
                    <a:solidFill>
                      <a:schemeClr val="tx1">
                        <a:lumMod val="75000"/>
                        <a:lumOff val="25000"/>
                      </a:schemeClr>
                    </a:solidFill>
                  </a:tcPr>
                </a:tc>
                <a:tc>
                  <a:txBody>
                    <a:bodyPr/>
                    <a:lstStyle/>
                    <a:p>
                      <a:pPr marL="0" lvl="0" indent="0" algn="ctr" rtl="0">
                        <a:lnSpc>
                          <a:spcPct val="115000"/>
                        </a:lnSpc>
                        <a:spcBef>
                          <a:spcPts val="0"/>
                        </a:spcBef>
                        <a:spcAft>
                          <a:spcPts val="0"/>
                        </a:spcAft>
                        <a:buNone/>
                      </a:pPr>
                      <a:endParaRPr sz="1050" b="1" dirty="0">
                        <a:solidFill>
                          <a:schemeClr val="bg1"/>
                        </a:solidFill>
                        <a:latin typeface="+mj-lt"/>
                        <a:ea typeface="Poppins SemiBold"/>
                        <a:cs typeface="Poppins SemiBold"/>
                        <a:sym typeface="Poppins SemiBold"/>
                      </a:endParaRPr>
                    </a:p>
                    <a:p>
                      <a:pPr marL="0" lvl="0" indent="0" algn="ctr" rtl="0">
                        <a:lnSpc>
                          <a:spcPct val="115000"/>
                        </a:lnSpc>
                        <a:spcBef>
                          <a:spcPts val="0"/>
                        </a:spcBef>
                        <a:spcAft>
                          <a:spcPts val="0"/>
                        </a:spcAft>
                        <a:buNone/>
                      </a:pPr>
                      <a:r>
                        <a:rPr lang="en" sz="1050" b="1" dirty="0">
                          <a:solidFill>
                            <a:schemeClr val="bg1"/>
                          </a:solidFill>
                          <a:latin typeface="+mj-lt"/>
                          <a:ea typeface="Poppins SemiBold"/>
                          <a:cs typeface="Poppins SemiBold"/>
                          <a:sym typeface="Poppins SemiBold"/>
                        </a:rPr>
                        <a:t>RATIONALE</a:t>
                      </a:r>
                      <a:endParaRPr sz="1050" b="1" dirty="0">
                        <a:solidFill>
                          <a:schemeClr val="bg1"/>
                        </a:solidFill>
                        <a:latin typeface="+mj-lt"/>
                        <a:ea typeface="Poppins SemiBold"/>
                        <a:cs typeface="Poppins SemiBold"/>
                        <a:sym typeface="Poppins SemiBold"/>
                      </a:endParaRPr>
                    </a:p>
                  </a:txBody>
                  <a:tcPr marL="0" marR="91425" marT="0" marB="91425" anchor="ctr">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E5E5EB"/>
                      </a:solidFill>
                      <a:prstDash val="solid"/>
                      <a:round/>
                      <a:headEnd type="none" w="sm" len="sm"/>
                      <a:tailEnd type="none" w="sm" len="sm"/>
                    </a:lnB>
                    <a:solidFill>
                      <a:schemeClr val="tx1">
                        <a:lumMod val="75000"/>
                        <a:lumOff val="25000"/>
                      </a:schemeClr>
                    </a:solidFill>
                  </a:tcPr>
                </a:tc>
                <a:extLst>
                  <a:ext uri="{0D108BD9-81ED-4DB2-BD59-A6C34878D82A}">
                    <a16:rowId xmlns:a16="http://schemas.microsoft.com/office/drawing/2014/main" val="10001"/>
                  </a:ext>
                </a:extLst>
              </a:tr>
              <a:tr h="428539">
                <a:tc>
                  <a:txBody>
                    <a:bodyPr/>
                    <a:lstStyle/>
                    <a:p>
                      <a:pPr marL="0" lvl="0" indent="0" algn="ctr" rtl="0">
                        <a:lnSpc>
                          <a:spcPct val="115000"/>
                        </a:lnSpc>
                        <a:spcBef>
                          <a:spcPts val="0"/>
                        </a:spcBef>
                        <a:spcAft>
                          <a:spcPts val="0"/>
                        </a:spcAft>
                        <a:buNone/>
                      </a:pPr>
                      <a:r>
                        <a:rPr lang="en" sz="900" b="1">
                          <a:solidFill>
                            <a:srgbClr val="0F243E"/>
                          </a:solidFill>
                          <a:latin typeface="+mj-lt"/>
                          <a:ea typeface="Poppins"/>
                          <a:cs typeface="Poppins"/>
                          <a:sym typeface="Poppins"/>
                        </a:rPr>
                        <a:t>Open vs Closed Source</a:t>
                      </a:r>
                      <a:endParaRPr sz="900" b="1">
                        <a:solidFill>
                          <a:srgbClr val="0F243E"/>
                        </a:solidFill>
                        <a:latin typeface="+mj-lt"/>
                        <a:ea typeface="Poppins"/>
                        <a:cs typeface="Poppins"/>
                        <a:sym typeface="Poppins"/>
                      </a:endParaRPr>
                    </a:p>
                  </a:txBody>
                  <a:tcPr marL="0" marR="91425" marT="91425" marB="91425" anchor="ctr">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tc>
                  <a:txBody>
                    <a:bodyPr/>
                    <a:lstStyle/>
                    <a:p>
                      <a:pPr marL="171450" lvl="0" indent="-171450" algn="l" rtl="0">
                        <a:lnSpc>
                          <a:spcPct val="115000"/>
                        </a:lnSpc>
                        <a:spcBef>
                          <a:spcPts val="0"/>
                        </a:spcBef>
                        <a:spcAft>
                          <a:spcPts val="0"/>
                        </a:spcAft>
                        <a:buFont typeface="Arial" panose="020B0604020202020204" pitchFamily="34" charset="0"/>
                        <a:buChar char="•"/>
                      </a:pPr>
                      <a:r>
                        <a:rPr lang="en" sz="600" dirty="0">
                          <a:solidFill>
                            <a:schemeClr val="accent4"/>
                          </a:solidFill>
                          <a:latin typeface="+mj-lt"/>
                          <a:ea typeface="Lato"/>
                          <a:cs typeface="Lato"/>
                          <a:sym typeface="Lato"/>
                        </a:rPr>
                        <a:t>Closed Source - ChatGPT-4o - A fine-tuned, closed-source model specifically adapted for mindfulness practices.</a:t>
                      </a:r>
                      <a:endParaRPr sz="600" dirty="0">
                        <a:solidFill>
                          <a:schemeClr val="accent4"/>
                        </a:solidFill>
                        <a:latin typeface="+mj-lt"/>
                        <a:ea typeface="Lato"/>
                        <a:cs typeface="Lato"/>
                        <a:sym typeface="Lato"/>
                      </a:endParaRPr>
                    </a:p>
                  </a:txBody>
                  <a:tcPr marL="0" marR="91425" marT="91425" marB="91425" anchor="ctr">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tc>
                  <a:txBody>
                    <a:bodyPr/>
                    <a:lstStyle/>
                    <a:p>
                      <a:pPr marL="171450" lvl="0" indent="-171450" algn="l" rtl="0">
                        <a:lnSpc>
                          <a:spcPct val="115000"/>
                        </a:lnSpc>
                        <a:spcBef>
                          <a:spcPts val="0"/>
                        </a:spcBef>
                        <a:spcAft>
                          <a:spcPts val="0"/>
                        </a:spcAft>
                        <a:buFont typeface="Arial" panose="020B0604020202020204" pitchFamily="34" charset="0"/>
                        <a:buChar char="•"/>
                      </a:pPr>
                      <a:r>
                        <a:rPr lang="en" sz="600" dirty="0">
                          <a:solidFill>
                            <a:schemeClr val="accent4"/>
                          </a:solidFill>
                          <a:latin typeface="+mj-lt"/>
                          <a:ea typeface="Lato"/>
                          <a:cs typeface="Lato"/>
                          <a:sym typeface="Lato"/>
                        </a:rPr>
                        <a:t>For a Conversational AI solution like the Mindful Companion AI, using a closed-source model like GPT-4o ensures robust support, compliance with security requirements, and alignment with proprietary needs for fine-tuning and privacy.</a:t>
                      </a:r>
                      <a:endParaRPr sz="600" dirty="0">
                        <a:solidFill>
                          <a:schemeClr val="accent4"/>
                        </a:solidFill>
                        <a:latin typeface="+mj-lt"/>
                        <a:ea typeface="Lato"/>
                        <a:cs typeface="Lato"/>
                        <a:sym typeface="Lato"/>
                      </a:endParaRPr>
                    </a:p>
                  </a:txBody>
                  <a:tcPr marL="0" marR="91425" marT="91425" marB="91425" anchor="ctr">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extLst>
                  <a:ext uri="{0D108BD9-81ED-4DB2-BD59-A6C34878D82A}">
                    <a16:rowId xmlns:a16="http://schemas.microsoft.com/office/drawing/2014/main" val="10002"/>
                  </a:ext>
                </a:extLst>
              </a:tr>
              <a:tr h="545828">
                <a:tc>
                  <a:txBody>
                    <a:bodyPr/>
                    <a:lstStyle/>
                    <a:p>
                      <a:pPr marL="0" lvl="0" indent="0" algn="ctr" rtl="0">
                        <a:lnSpc>
                          <a:spcPct val="115000"/>
                        </a:lnSpc>
                        <a:spcBef>
                          <a:spcPts val="0"/>
                        </a:spcBef>
                        <a:spcAft>
                          <a:spcPts val="0"/>
                        </a:spcAft>
                        <a:buNone/>
                      </a:pPr>
                      <a:r>
                        <a:rPr lang="en" sz="900" b="1" dirty="0">
                          <a:solidFill>
                            <a:srgbClr val="0F243E"/>
                          </a:solidFill>
                          <a:latin typeface="+mj-lt"/>
                          <a:ea typeface="Poppins"/>
                          <a:cs typeface="Poppins"/>
                          <a:sym typeface="Poppins"/>
                        </a:rPr>
                        <a:t>Context Window</a:t>
                      </a:r>
                      <a:endParaRPr sz="900" b="1" dirty="0">
                        <a:solidFill>
                          <a:srgbClr val="0F243E"/>
                        </a:solidFill>
                        <a:latin typeface="+mj-lt"/>
                        <a:ea typeface="Poppins"/>
                        <a:cs typeface="Poppins"/>
                        <a:sym typeface="Poppins"/>
                      </a:endParaRPr>
                    </a:p>
                  </a:txBody>
                  <a:tcPr marL="0" marR="91425" marT="91425" marB="91425" anchor="ctr">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tc>
                  <a:txBody>
                    <a:bodyPr/>
                    <a:lstStyle/>
                    <a:p>
                      <a:pPr marL="171450" lvl="0" indent="-171450" algn="l" rtl="0">
                        <a:lnSpc>
                          <a:spcPct val="115000"/>
                        </a:lnSpc>
                        <a:spcBef>
                          <a:spcPts val="0"/>
                        </a:spcBef>
                        <a:spcAft>
                          <a:spcPts val="0"/>
                        </a:spcAft>
                        <a:buFont typeface="Arial" panose="020B0604020202020204" pitchFamily="34" charset="0"/>
                        <a:buChar char="•"/>
                      </a:pPr>
                      <a:r>
                        <a:rPr lang="en" sz="600" dirty="0">
                          <a:solidFill>
                            <a:schemeClr val="accent4"/>
                          </a:solidFill>
                          <a:latin typeface="+mj-lt"/>
                          <a:ea typeface="Lato"/>
                          <a:cs typeface="Lato"/>
                          <a:sym typeface="Lato"/>
                        </a:rPr>
                        <a:t>A 32,000-token context window for the OpenAI GPT-4 API</a:t>
                      </a:r>
                      <a:endParaRPr sz="600" dirty="0">
                        <a:latin typeface="+mj-lt"/>
                      </a:endParaRPr>
                    </a:p>
                  </a:txBody>
                  <a:tcPr marL="0" marR="91425" marT="91425" marB="91425" anchor="ctr">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tc>
                  <a:txBody>
                    <a:bodyPr/>
                    <a:lstStyle/>
                    <a:p>
                      <a:pPr marL="171450" lvl="0" indent="-171450" algn="l" rtl="0">
                        <a:lnSpc>
                          <a:spcPct val="115000"/>
                        </a:lnSpc>
                        <a:spcBef>
                          <a:spcPts val="0"/>
                        </a:spcBef>
                        <a:spcAft>
                          <a:spcPts val="0"/>
                        </a:spcAft>
                        <a:buFont typeface="Arial" panose="020B0604020202020204" pitchFamily="34" charset="0"/>
                        <a:buChar char="•"/>
                      </a:pPr>
                      <a:r>
                        <a:rPr lang="en" sz="600" dirty="0">
                          <a:solidFill>
                            <a:schemeClr val="accent4"/>
                          </a:solidFill>
                          <a:latin typeface="+mj-lt"/>
                          <a:ea typeface="Lato"/>
                          <a:cs typeface="Lato"/>
                          <a:sym typeface="Lato"/>
                        </a:rPr>
                        <a:t>This allows the AI to process long-form user inputs, historical data, and reflective prompts in a single session. Enables the integration of multiple sources of user data (e.g., past activities, mindfulness progress) for creating personalized and cohesive recommendations. Supports generating meditation scripts or longer outputs without losing session continuity.</a:t>
                      </a:r>
                      <a:endParaRPr sz="600" dirty="0">
                        <a:solidFill>
                          <a:schemeClr val="accent4"/>
                        </a:solidFill>
                        <a:latin typeface="+mj-lt"/>
                        <a:ea typeface="Lato"/>
                        <a:cs typeface="Lato"/>
                        <a:sym typeface="Lato"/>
                      </a:endParaRPr>
                    </a:p>
                  </a:txBody>
                  <a:tcPr marL="0" marR="91425" marT="91425" marB="91425" anchor="ctr">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extLst>
                  <a:ext uri="{0D108BD9-81ED-4DB2-BD59-A6C34878D82A}">
                    <a16:rowId xmlns:a16="http://schemas.microsoft.com/office/drawing/2014/main" val="10003"/>
                  </a:ext>
                </a:extLst>
              </a:tr>
              <a:tr h="428539">
                <a:tc>
                  <a:txBody>
                    <a:bodyPr/>
                    <a:lstStyle/>
                    <a:p>
                      <a:pPr marL="0" lvl="0" indent="0" algn="ctr" rtl="0">
                        <a:lnSpc>
                          <a:spcPct val="115000"/>
                        </a:lnSpc>
                        <a:spcBef>
                          <a:spcPts val="0"/>
                        </a:spcBef>
                        <a:spcAft>
                          <a:spcPts val="0"/>
                        </a:spcAft>
                        <a:buNone/>
                      </a:pPr>
                      <a:r>
                        <a:rPr lang="en" sz="900" b="1">
                          <a:solidFill>
                            <a:srgbClr val="0F243E"/>
                          </a:solidFill>
                          <a:latin typeface="+mj-lt"/>
                          <a:ea typeface="Poppins"/>
                          <a:cs typeface="Poppins"/>
                          <a:sym typeface="Poppins"/>
                        </a:rPr>
                        <a:t>Modalities</a:t>
                      </a:r>
                      <a:endParaRPr sz="900" b="1">
                        <a:solidFill>
                          <a:srgbClr val="0F243E"/>
                        </a:solidFill>
                        <a:latin typeface="+mj-lt"/>
                        <a:ea typeface="Poppins"/>
                        <a:cs typeface="Poppins"/>
                        <a:sym typeface="Poppins"/>
                      </a:endParaRPr>
                    </a:p>
                  </a:txBody>
                  <a:tcPr marL="0" marR="91425" marT="91425" marB="91425" anchor="ctr">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tc>
                  <a:txBody>
                    <a:bodyPr/>
                    <a:lstStyle/>
                    <a:p>
                      <a:pPr marL="171450" lvl="0" indent="-171450" algn="l" rtl="0">
                        <a:lnSpc>
                          <a:spcPct val="115000"/>
                        </a:lnSpc>
                        <a:spcBef>
                          <a:spcPts val="0"/>
                        </a:spcBef>
                        <a:spcAft>
                          <a:spcPts val="0"/>
                        </a:spcAft>
                        <a:buFont typeface="Arial" panose="020B0604020202020204" pitchFamily="34" charset="0"/>
                        <a:buChar char="•"/>
                      </a:pPr>
                      <a:r>
                        <a:rPr lang="en" sz="600" dirty="0">
                          <a:solidFill>
                            <a:schemeClr val="accent4"/>
                          </a:solidFill>
                          <a:latin typeface="+mj-lt"/>
                          <a:ea typeface="Lato"/>
                          <a:cs typeface="Lato"/>
                          <a:sym typeface="Lato"/>
                        </a:rPr>
                        <a:t>A fine-tuned, closed-source model specifically adapted for mindfulness practices.</a:t>
                      </a:r>
                      <a:endParaRPr sz="600" dirty="0">
                        <a:solidFill>
                          <a:srgbClr val="0F243E"/>
                        </a:solidFill>
                        <a:latin typeface="+mj-lt"/>
                        <a:ea typeface="Lato"/>
                        <a:cs typeface="Lato"/>
                        <a:sym typeface="Lato"/>
                      </a:endParaRPr>
                    </a:p>
                  </a:txBody>
                  <a:tcPr marL="0" marR="91425" marT="91425" marB="91425" anchor="ctr">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tc>
                  <a:txBody>
                    <a:bodyPr/>
                    <a:lstStyle/>
                    <a:p>
                      <a:pPr marL="171450" lvl="0" indent="-171450" algn="l" rtl="0">
                        <a:lnSpc>
                          <a:spcPct val="115000"/>
                        </a:lnSpc>
                        <a:spcBef>
                          <a:spcPts val="0"/>
                        </a:spcBef>
                        <a:spcAft>
                          <a:spcPts val="0"/>
                        </a:spcAft>
                        <a:buFont typeface="Arial" panose="020B0604020202020204" pitchFamily="34" charset="0"/>
                        <a:buChar char="•"/>
                      </a:pPr>
                      <a:r>
                        <a:rPr lang="en" sz="600" dirty="0">
                          <a:solidFill>
                            <a:schemeClr val="accent4"/>
                          </a:solidFill>
                          <a:latin typeface="+mj-lt"/>
                          <a:ea typeface="Lato"/>
                          <a:cs typeface="Lato"/>
                          <a:sym typeface="Lato"/>
                        </a:rPr>
                        <a:t>A fine-tuned, closed-source model specifically adapted for mindfulness practices.</a:t>
                      </a:r>
                      <a:endParaRPr sz="600" dirty="0">
                        <a:solidFill>
                          <a:srgbClr val="0F243E"/>
                        </a:solidFill>
                        <a:latin typeface="+mj-lt"/>
                        <a:ea typeface="Lato"/>
                        <a:cs typeface="Lato"/>
                        <a:sym typeface="Lato"/>
                      </a:endParaRPr>
                    </a:p>
                  </a:txBody>
                  <a:tcPr marL="0" marR="91425" marT="91425" marB="91425" anchor="ctr">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extLst>
                  <a:ext uri="{0D108BD9-81ED-4DB2-BD59-A6C34878D82A}">
                    <a16:rowId xmlns:a16="http://schemas.microsoft.com/office/drawing/2014/main" val="10004"/>
                  </a:ext>
                </a:extLst>
              </a:tr>
              <a:tr h="428539">
                <a:tc>
                  <a:txBody>
                    <a:bodyPr/>
                    <a:lstStyle/>
                    <a:p>
                      <a:pPr marL="0" lvl="0" indent="0" algn="ctr" rtl="0">
                        <a:lnSpc>
                          <a:spcPct val="115000"/>
                        </a:lnSpc>
                        <a:spcBef>
                          <a:spcPts val="0"/>
                        </a:spcBef>
                        <a:spcAft>
                          <a:spcPts val="0"/>
                        </a:spcAft>
                        <a:buNone/>
                      </a:pPr>
                      <a:r>
                        <a:rPr lang="en" sz="900" b="1">
                          <a:solidFill>
                            <a:srgbClr val="0F243E"/>
                          </a:solidFill>
                          <a:latin typeface="+mj-lt"/>
                          <a:ea typeface="Poppins"/>
                          <a:cs typeface="Poppins"/>
                          <a:sym typeface="Poppins"/>
                        </a:rPr>
                        <a:t>Fine-Tuning Capability</a:t>
                      </a:r>
                      <a:endParaRPr sz="900" b="1">
                        <a:solidFill>
                          <a:srgbClr val="0F243E"/>
                        </a:solidFill>
                        <a:latin typeface="+mj-lt"/>
                        <a:ea typeface="Poppins"/>
                        <a:cs typeface="Poppins"/>
                        <a:sym typeface="Poppins"/>
                      </a:endParaRPr>
                    </a:p>
                  </a:txBody>
                  <a:tcPr marL="0" marR="91425" marT="91425" marB="91425" anchor="ctr">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tc>
                  <a:txBody>
                    <a:bodyPr/>
                    <a:lstStyle/>
                    <a:p>
                      <a:pPr marL="171450" lvl="0" indent="-171450" algn="l" rtl="0">
                        <a:lnSpc>
                          <a:spcPct val="115000"/>
                        </a:lnSpc>
                        <a:spcBef>
                          <a:spcPts val="0"/>
                        </a:spcBef>
                        <a:spcAft>
                          <a:spcPts val="0"/>
                        </a:spcAft>
                        <a:buFont typeface="Arial" panose="020B0604020202020204" pitchFamily="34" charset="0"/>
                        <a:buChar char="•"/>
                      </a:pPr>
                      <a:r>
                        <a:rPr lang="en" sz="600" dirty="0">
                          <a:solidFill>
                            <a:schemeClr val="accent4"/>
                          </a:solidFill>
                          <a:latin typeface="+mj-lt"/>
                          <a:ea typeface="Lato"/>
                          <a:cs typeface="Lato"/>
                          <a:sym typeface="Lato"/>
                        </a:rPr>
                        <a:t>A fine-tuned, closed-source model specifically adapted for mindfulness practices.</a:t>
                      </a:r>
                      <a:endParaRPr sz="600" dirty="0">
                        <a:solidFill>
                          <a:srgbClr val="0F243E"/>
                        </a:solidFill>
                        <a:latin typeface="+mj-lt"/>
                        <a:ea typeface="Lato"/>
                        <a:cs typeface="Lato"/>
                        <a:sym typeface="Lato"/>
                      </a:endParaRPr>
                    </a:p>
                  </a:txBody>
                  <a:tcPr marL="0" marR="91425" marT="91425" marB="91425" anchor="ctr">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tc>
                  <a:txBody>
                    <a:bodyPr/>
                    <a:lstStyle/>
                    <a:p>
                      <a:pPr marL="171450" lvl="0" indent="-171450" algn="l" rtl="0">
                        <a:lnSpc>
                          <a:spcPct val="115000"/>
                        </a:lnSpc>
                        <a:spcBef>
                          <a:spcPts val="0"/>
                        </a:spcBef>
                        <a:spcAft>
                          <a:spcPts val="0"/>
                        </a:spcAft>
                        <a:buFont typeface="Arial" panose="020B0604020202020204" pitchFamily="34" charset="0"/>
                        <a:buChar char="•"/>
                      </a:pPr>
                      <a:r>
                        <a:rPr lang="en" sz="600" dirty="0">
                          <a:solidFill>
                            <a:schemeClr val="accent4"/>
                          </a:solidFill>
                          <a:latin typeface="+mj-lt"/>
                          <a:ea typeface="Lato"/>
                          <a:cs typeface="Lato"/>
                          <a:sym typeface="Lato"/>
                        </a:rPr>
                        <a:t>Ensures generated outputs align with the pillars of Awareness, Connection, Insight, and Purpose, maintaining content accuracy and relevance.</a:t>
                      </a:r>
                      <a:endParaRPr sz="600" dirty="0">
                        <a:solidFill>
                          <a:srgbClr val="0F243E"/>
                        </a:solidFill>
                        <a:latin typeface="+mj-lt"/>
                        <a:ea typeface="Lato"/>
                        <a:cs typeface="Lato"/>
                        <a:sym typeface="Lato"/>
                      </a:endParaRPr>
                    </a:p>
                  </a:txBody>
                  <a:tcPr marL="0" marR="91425" marT="91425" marB="91425" anchor="ctr">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extLst>
                  <a:ext uri="{0D108BD9-81ED-4DB2-BD59-A6C34878D82A}">
                    <a16:rowId xmlns:a16="http://schemas.microsoft.com/office/drawing/2014/main" val="10005"/>
                  </a:ext>
                </a:extLst>
              </a:tr>
              <a:tr h="428539">
                <a:tc>
                  <a:txBody>
                    <a:bodyPr/>
                    <a:lstStyle/>
                    <a:p>
                      <a:pPr marL="0" lvl="0" indent="0" algn="ctr" rtl="0">
                        <a:lnSpc>
                          <a:spcPct val="115000"/>
                        </a:lnSpc>
                        <a:spcBef>
                          <a:spcPts val="0"/>
                        </a:spcBef>
                        <a:spcAft>
                          <a:spcPts val="0"/>
                        </a:spcAft>
                        <a:buNone/>
                      </a:pPr>
                      <a:r>
                        <a:rPr lang="en" sz="900" b="1">
                          <a:solidFill>
                            <a:srgbClr val="0F243E"/>
                          </a:solidFill>
                          <a:latin typeface="+mj-lt"/>
                          <a:ea typeface="Poppins"/>
                          <a:cs typeface="Poppins"/>
                          <a:sym typeface="Poppins"/>
                        </a:rPr>
                        <a:t>Latency</a:t>
                      </a:r>
                      <a:endParaRPr sz="900" b="1">
                        <a:solidFill>
                          <a:srgbClr val="0F243E"/>
                        </a:solidFill>
                        <a:latin typeface="+mj-lt"/>
                        <a:ea typeface="Poppins"/>
                        <a:cs typeface="Poppins"/>
                        <a:sym typeface="Poppins"/>
                      </a:endParaRPr>
                    </a:p>
                  </a:txBody>
                  <a:tcPr marL="0" marR="91425" marT="91425" marB="91425" anchor="ctr">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tc>
                  <a:txBody>
                    <a:bodyPr/>
                    <a:lstStyle/>
                    <a:p>
                      <a:pPr marL="171450" lvl="0" indent="-171450" algn="l" rtl="0">
                        <a:lnSpc>
                          <a:spcPct val="115000"/>
                        </a:lnSpc>
                        <a:spcBef>
                          <a:spcPts val="0"/>
                        </a:spcBef>
                        <a:spcAft>
                          <a:spcPts val="0"/>
                        </a:spcAft>
                        <a:buFont typeface="Arial" panose="020B0604020202020204" pitchFamily="34" charset="0"/>
                        <a:buChar char="•"/>
                      </a:pPr>
                      <a:r>
                        <a:rPr lang="en" sz="600" dirty="0">
                          <a:solidFill>
                            <a:schemeClr val="accent4"/>
                          </a:solidFill>
                          <a:latin typeface="+mj-lt"/>
                          <a:ea typeface="Lato"/>
                          <a:cs typeface="Lato"/>
                          <a:sym typeface="Lato"/>
                        </a:rPr>
                        <a:t>Sub-second responses for conversational prompts and no more than 2 seconds for generating meditation scripts.</a:t>
                      </a:r>
                      <a:endParaRPr sz="600" dirty="0">
                        <a:solidFill>
                          <a:srgbClr val="0F243E"/>
                        </a:solidFill>
                        <a:latin typeface="+mj-lt"/>
                        <a:ea typeface="Lato"/>
                        <a:cs typeface="Lato"/>
                        <a:sym typeface="Lato"/>
                      </a:endParaRPr>
                    </a:p>
                  </a:txBody>
                  <a:tcPr marL="0" marR="91425" marT="91425" marB="91425" anchor="ctr">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tc>
                  <a:txBody>
                    <a:bodyPr/>
                    <a:lstStyle/>
                    <a:p>
                      <a:pPr marL="171450" lvl="0" indent="-171450" algn="l" rtl="0">
                        <a:lnSpc>
                          <a:spcPct val="115000"/>
                        </a:lnSpc>
                        <a:spcBef>
                          <a:spcPts val="0"/>
                        </a:spcBef>
                        <a:spcAft>
                          <a:spcPts val="0"/>
                        </a:spcAft>
                        <a:buFont typeface="Arial" panose="020B0604020202020204" pitchFamily="34" charset="0"/>
                        <a:buChar char="•"/>
                      </a:pPr>
                      <a:r>
                        <a:rPr lang="en" sz="600" dirty="0">
                          <a:solidFill>
                            <a:schemeClr val="accent4"/>
                          </a:solidFill>
                          <a:latin typeface="+mj-lt"/>
                          <a:ea typeface="Lato"/>
                          <a:cs typeface="Lato"/>
                          <a:sym typeface="Lato"/>
                        </a:rPr>
                        <a:t>Provides a seamless user experience and maintains engagement during interactive sessions.</a:t>
                      </a:r>
                      <a:endParaRPr sz="600" dirty="0">
                        <a:solidFill>
                          <a:srgbClr val="0F243E"/>
                        </a:solidFill>
                        <a:latin typeface="+mj-lt"/>
                        <a:ea typeface="Lato"/>
                        <a:cs typeface="Lato"/>
                        <a:sym typeface="Lato"/>
                      </a:endParaRPr>
                    </a:p>
                  </a:txBody>
                  <a:tcPr marL="0" marR="91425" marT="91425" marB="91425" anchor="ctr">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extLst>
                  <a:ext uri="{0D108BD9-81ED-4DB2-BD59-A6C34878D82A}">
                    <a16:rowId xmlns:a16="http://schemas.microsoft.com/office/drawing/2014/main" val="10006"/>
                  </a:ext>
                </a:extLst>
              </a:tr>
              <a:tr h="663117">
                <a:tc>
                  <a:txBody>
                    <a:bodyPr/>
                    <a:lstStyle/>
                    <a:p>
                      <a:pPr marL="0" lvl="0" indent="0" algn="ctr" rtl="0">
                        <a:lnSpc>
                          <a:spcPct val="115000"/>
                        </a:lnSpc>
                        <a:spcBef>
                          <a:spcPts val="0"/>
                        </a:spcBef>
                        <a:spcAft>
                          <a:spcPts val="0"/>
                        </a:spcAft>
                        <a:buNone/>
                      </a:pPr>
                      <a:r>
                        <a:rPr lang="en" sz="900" b="1">
                          <a:solidFill>
                            <a:srgbClr val="0F243E"/>
                          </a:solidFill>
                          <a:latin typeface="+mj-lt"/>
                          <a:ea typeface="Poppins"/>
                          <a:cs typeface="Poppins"/>
                          <a:sym typeface="Poppins"/>
                        </a:rPr>
                        <a:t>Size</a:t>
                      </a:r>
                      <a:endParaRPr sz="900" b="1">
                        <a:solidFill>
                          <a:srgbClr val="0F243E"/>
                        </a:solidFill>
                        <a:latin typeface="+mj-lt"/>
                        <a:ea typeface="Poppins"/>
                        <a:cs typeface="Poppins"/>
                        <a:sym typeface="Poppins"/>
                      </a:endParaRPr>
                    </a:p>
                  </a:txBody>
                  <a:tcPr marL="0" marR="91425" marT="91425" marB="91425" anchor="ctr">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tc>
                  <a:txBody>
                    <a:bodyPr/>
                    <a:lstStyle/>
                    <a:p>
                      <a:pPr marL="171450" lvl="0" indent="-171450" algn="l" rtl="0">
                        <a:lnSpc>
                          <a:spcPct val="115000"/>
                        </a:lnSpc>
                        <a:spcBef>
                          <a:spcPts val="0"/>
                        </a:spcBef>
                        <a:spcAft>
                          <a:spcPts val="0"/>
                        </a:spcAft>
                        <a:buFont typeface="Arial" panose="020B0604020202020204" pitchFamily="34" charset="0"/>
                        <a:buChar char="•"/>
                      </a:pPr>
                      <a:r>
                        <a:rPr lang="en" sz="600" dirty="0">
                          <a:solidFill>
                            <a:schemeClr val="accent4"/>
                          </a:solidFill>
                          <a:latin typeface="+mj-lt"/>
                          <a:ea typeface="Lato"/>
                          <a:cs typeface="Lato"/>
                          <a:sym typeface="Lato"/>
                        </a:rPr>
                        <a:t>Scalable Model Instance with optimal memory and compute allocation for high-volume user engagement.</a:t>
                      </a:r>
                      <a:endParaRPr sz="600" dirty="0">
                        <a:solidFill>
                          <a:schemeClr val="accent4"/>
                        </a:solidFill>
                        <a:latin typeface="+mj-lt"/>
                        <a:ea typeface="Lato"/>
                        <a:cs typeface="Lato"/>
                        <a:sym typeface="Lato"/>
                      </a:endParaRPr>
                    </a:p>
                  </a:txBody>
                  <a:tcPr marL="0" marR="91425" marT="91425" marB="91425" anchor="ctr">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tc>
                  <a:txBody>
                    <a:bodyPr/>
                    <a:lstStyle/>
                    <a:p>
                      <a:pPr marL="171450" lvl="0" indent="-171450" algn="l" rtl="0">
                        <a:lnSpc>
                          <a:spcPct val="115000"/>
                        </a:lnSpc>
                        <a:spcBef>
                          <a:spcPts val="0"/>
                        </a:spcBef>
                        <a:spcAft>
                          <a:spcPts val="0"/>
                        </a:spcAft>
                        <a:buFont typeface="Arial" panose="020B0604020202020204" pitchFamily="34" charset="0"/>
                        <a:buChar char="•"/>
                      </a:pPr>
                      <a:r>
                        <a:rPr lang="en" sz="600" dirty="0">
                          <a:solidFill>
                            <a:schemeClr val="accent4"/>
                          </a:solidFill>
                          <a:latin typeface="+mj-lt"/>
                          <a:ea typeface="Lato"/>
                          <a:cs typeface="Lato"/>
                          <a:sym typeface="Lato"/>
                        </a:rPr>
                        <a:t>User Base: Designed to handle up to 1 million active users monthly, with peak concurrent usage by 10,000 users during high-traffic periods. Instance Size: Medium to large instance configurations depending on API provider (e.g., OpenAI enterprise setup). Memory Allocation: Supports processing and storage for up to 10 GB/session of temporary user interaction data for active sessions.</a:t>
                      </a:r>
                      <a:endParaRPr sz="600" dirty="0">
                        <a:solidFill>
                          <a:schemeClr val="accent4"/>
                        </a:solidFill>
                        <a:latin typeface="+mj-lt"/>
                        <a:ea typeface="Lato"/>
                        <a:cs typeface="Lato"/>
                        <a:sym typeface="Lato"/>
                      </a:endParaRPr>
                    </a:p>
                    <a:p>
                      <a:pPr marL="171450" lvl="0" indent="-171450" algn="l" rtl="0">
                        <a:lnSpc>
                          <a:spcPct val="115000"/>
                        </a:lnSpc>
                        <a:spcBef>
                          <a:spcPts val="0"/>
                        </a:spcBef>
                        <a:spcAft>
                          <a:spcPts val="0"/>
                        </a:spcAft>
                        <a:buFont typeface="Arial" panose="020B0604020202020204" pitchFamily="34" charset="0"/>
                        <a:buChar char="•"/>
                      </a:pPr>
                      <a:endParaRPr sz="600" dirty="0">
                        <a:solidFill>
                          <a:schemeClr val="accent4"/>
                        </a:solidFill>
                        <a:latin typeface="+mj-lt"/>
                        <a:ea typeface="Lato"/>
                        <a:cs typeface="Lato"/>
                        <a:sym typeface="Lato"/>
                      </a:endParaRPr>
                    </a:p>
                  </a:txBody>
                  <a:tcPr marL="0" marR="91425" marT="91425" marB="91425" anchor="ctr">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extLst>
                  <a:ext uri="{0D108BD9-81ED-4DB2-BD59-A6C34878D82A}">
                    <a16:rowId xmlns:a16="http://schemas.microsoft.com/office/drawing/2014/main" val="10007"/>
                  </a:ext>
                </a:extLst>
              </a:tr>
              <a:tr h="428539">
                <a:tc>
                  <a:txBody>
                    <a:bodyPr/>
                    <a:lstStyle/>
                    <a:p>
                      <a:pPr marL="0" lvl="0" indent="0" algn="ctr" rtl="0">
                        <a:lnSpc>
                          <a:spcPct val="115000"/>
                        </a:lnSpc>
                        <a:spcBef>
                          <a:spcPts val="0"/>
                        </a:spcBef>
                        <a:spcAft>
                          <a:spcPts val="0"/>
                        </a:spcAft>
                        <a:buNone/>
                      </a:pPr>
                      <a:r>
                        <a:rPr lang="en" sz="900" b="1">
                          <a:solidFill>
                            <a:srgbClr val="0F243E"/>
                          </a:solidFill>
                          <a:latin typeface="+mj-lt"/>
                          <a:ea typeface="Poppins"/>
                          <a:cs typeface="Poppins"/>
                          <a:sym typeface="Poppins"/>
                        </a:rPr>
                        <a:t>Scalability </a:t>
                      </a:r>
                      <a:endParaRPr sz="900" b="1">
                        <a:solidFill>
                          <a:srgbClr val="0F243E"/>
                        </a:solidFill>
                        <a:latin typeface="+mj-lt"/>
                        <a:ea typeface="Poppins"/>
                        <a:cs typeface="Poppins"/>
                        <a:sym typeface="Poppins"/>
                      </a:endParaRPr>
                    </a:p>
                  </a:txBody>
                  <a:tcPr marL="0" marR="91425" marT="91425" marB="91425" anchor="ctr">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tc>
                  <a:txBody>
                    <a:bodyPr/>
                    <a:lstStyle/>
                    <a:p>
                      <a:pPr marL="171450" lvl="0" indent="-171450" algn="l" rtl="0">
                        <a:lnSpc>
                          <a:spcPct val="115000"/>
                        </a:lnSpc>
                        <a:spcBef>
                          <a:spcPts val="0"/>
                        </a:spcBef>
                        <a:spcAft>
                          <a:spcPts val="0"/>
                        </a:spcAft>
                        <a:buFont typeface="Arial" panose="020B0604020202020204" pitchFamily="34" charset="0"/>
                        <a:buChar char="•"/>
                      </a:pPr>
                      <a:r>
                        <a:rPr lang="en" sz="600" dirty="0">
                          <a:solidFill>
                            <a:schemeClr val="accent4"/>
                          </a:solidFill>
                          <a:latin typeface="+mj-lt"/>
                          <a:ea typeface="Lato"/>
                          <a:cs typeface="Lato"/>
                          <a:sym typeface="Lato"/>
                        </a:rPr>
                        <a:t>The model must handle up to 1 million active users monthly, with peak simultaneous usage of 10,000 users.</a:t>
                      </a:r>
                      <a:endParaRPr sz="600" dirty="0">
                        <a:solidFill>
                          <a:schemeClr val="accent4"/>
                        </a:solidFill>
                        <a:latin typeface="+mj-lt"/>
                        <a:ea typeface="Lato"/>
                        <a:cs typeface="Lato"/>
                        <a:sym typeface="Lato"/>
                      </a:endParaRPr>
                    </a:p>
                  </a:txBody>
                  <a:tcPr marL="0" marR="91425" marT="91425" marB="91425" anchor="ctr">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tc>
                  <a:txBody>
                    <a:bodyPr/>
                    <a:lstStyle/>
                    <a:p>
                      <a:pPr marL="171450" lvl="0" indent="-171450" algn="l" rtl="0">
                        <a:lnSpc>
                          <a:spcPct val="115000"/>
                        </a:lnSpc>
                        <a:spcBef>
                          <a:spcPts val="0"/>
                        </a:spcBef>
                        <a:spcAft>
                          <a:spcPts val="0"/>
                        </a:spcAft>
                        <a:buFont typeface="Arial" panose="020B0604020202020204" pitchFamily="34" charset="0"/>
                        <a:buChar char="•"/>
                      </a:pPr>
                      <a:r>
                        <a:rPr lang="en" sz="600" dirty="0">
                          <a:solidFill>
                            <a:schemeClr val="accent4"/>
                          </a:solidFill>
                          <a:latin typeface="+mj-lt"/>
                          <a:ea typeface="Lato"/>
                          <a:cs typeface="Lato"/>
                          <a:sym typeface="Lato"/>
                        </a:rPr>
                        <a:t>Ensures smooth performance during high-traffic periods and supports the Healthy Minds Program’s global expansion strategy.</a:t>
                      </a:r>
                      <a:endParaRPr sz="600" dirty="0">
                        <a:solidFill>
                          <a:schemeClr val="accent4"/>
                        </a:solidFill>
                        <a:latin typeface="+mj-lt"/>
                        <a:ea typeface="Lato"/>
                        <a:cs typeface="Lato"/>
                        <a:sym typeface="Lato"/>
                      </a:endParaRPr>
                    </a:p>
                  </a:txBody>
                  <a:tcPr marL="0" marR="91425" marT="91425" marB="91425" anchor="ctr">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extLst>
                  <a:ext uri="{0D108BD9-81ED-4DB2-BD59-A6C34878D82A}">
                    <a16:rowId xmlns:a16="http://schemas.microsoft.com/office/drawing/2014/main" val="10008"/>
                  </a:ext>
                </a:extLst>
              </a:tr>
              <a:tr h="383775">
                <a:tc>
                  <a:txBody>
                    <a:bodyPr/>
                    <a:lstStyle/>
                    <a:p>
                      <a:pPr marL="0" lvl="0" indent="0" algn="ctr" rtl="0">
                        <a:lnSpc>
                          <a:spcPct val="115000"/>
                        </a:lnSpc>
                        <a:spcBef>
                          <a:spcPts val="1200"/>
                        </a:spcBef>
                        <a:spcAft>
                          <a:spcPts val="1200"/>
                        </a:spcAft>
                        <a:buNone/>
                      </a:pPr>
                      <a:r>
                        <a:rPr lang="en" sz="900" b="1">
                          <a:solidFill>
                            <a:srgbClr val="0F243E"/>
                          </a:solidFill>
                          <a:latin typeface="+mj-lt"/>
                          <a:ea typeface="Poppins"/>
                          <a:cs typeface="Poppins"/>
                          <a:sym typeface="Poppins"/>
                        </a:rPr>
                        <a:t>Data Security &amp; Privacy</a:t>
                      </a:r>
                      <a:endParaRPr sz="900" b="1">
                        <a:solidFill>
                          <a:srgbClr val="0F243E"/>
                        </a:solidFill>
                        <a:latin typeface="+mj-lt"/>
                        <a:ea typeface="Poppins"/>
                        <a:cs typeface="Poppins"/>
                        <a:sym typeface="Poppins"/>
                      </a:endParaRPr>
                    </a:p>
                  </a:txBody>
                  <a:tcPr marL="0" marR="91425" marT="91425" marB="91425" anchor="ctr">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tc>
                  <a:txBody>
                    <a:bodyPr/>
                    <a:lstStyle/>
                    <a:p>
                      <a:pPr marL="171450" lvl="0" indent="-171450" algn="l" rtl="0">
                        <a:lnSpc>
                          <a:spcPct val="115000"/>
                        </a:lnSpc>
                        <a:spcBef>
                          <a:spcPts val="0"/>
                        </a:spcBef>
                        <a:spcAft>
                          <a:spcPts val="0"/>
                        </a:spcAft>
                        <a:buFont typeface="Arial" panose="020B0604020202020204" pitchFamily="34" charset="0"/>
                        <a:buChar char="•"/>
                      </a:pPr>
                      <a:r>
                        <a:rPr lang="en" sz="600" dirty="0">
                          <a:solidFill>
                            <a:schemeClr val="accent4"/>
                          </a:solidFill>
                          <a:latin typeface="+mj-lt"/>
                          <a:ea typeface="Lato"/>
                          <a:cs typeface="Lato"/>
                          <a:sym typeface="Lato"/>
                        </a:rPr>
                        <a:t>GDPR and HIPAA compliance for storing and processing sensitive user data.</a:t>
                      </a:r>
                      <a:endParaRPr sz="600" dirty="0">
                        <a:solidFill>
                          <a:schemeClr val="lt2"/>
                        </a:solidFill>
                        <a:latin typeface="+mj-lt"/>
                        <a:ea typeface="Lato"/>
                        <a:cs typeface="Lato"/>
                        <a:sym typeface="Lato"/>
                      </a:endParaRPr>
                    </a:p>
                  </a:txBody>
                  <a:tcPr marL="0" marR="91425" marT="91425" marB="91425" anchor="ctr">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tc>
                  <a:txBody>
                    <a:bodyPr/>
                    <a:lstStyle/>
                    <a:p>
                      <a:pPr marL="171450" lvl="0" indent="-171450" algn="l" rtl="0">
                        <a:lnSpc>
                          <a:spcPct val="115000"/>
                        </a:lnSpc>
                        <a:spcBef>
                          <a:spcPts val="0"/>
                        </a:spcBef>
                        <a:spcAft>
                          <a:spcPts val="0"/>
                        </a:spcAft>
                        <a:buFont typeface="Arial" panose="020B0604020202020204" pitchFamily="34" charset="0"/>
                        <a:buChar char="•"/>
                      </a:pPr>
                      <a:r>
                        <a:rPr lang="en" sz="600" dirty="0">
                          <a:solidFill>
                            <a:schemeClr val="accent4"/>
                          </a:solidFill>
                          <a:latin typeface="+mj-lt"/>
                          <a:ea typeface="Lato"/>
                          <a:cs typeface="Lato"/>
                          <a:sym typeface="Lato"/>
                        </a:rPr>
                        <a:t>Builds trust and ensures ethical use of user information.</a:t>
                      </a:r>
                      <a:endParaRPr sz="600" dirty="0">
                        <a:solidFill>
                          <a:schemeClr val="lt2"/>
                        </a:solidFill>
                        <a:latin typeface="+mj-lt"/>
                        <a:ea typeface="Lato"/>
                        <a:cs typeface="Lato"/>
                        <a:sym typeface="Lato"/>
                      </a:endParaRPr>
                    </a:p>
                  </a:txBody>
                  <a:tcPr marL="0" marR="91425" marT="91425" marB="91425" anchor="ctr">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extLst>
                  <a:ext uri="{0D108BD9-81ED-4DB2-BD59-A6C34878D82A}">
                    <a16:rowId xmlns:a16="http://schemas.microsoft.com/office/drawing/2014/main" val="10009"/>
                  </a:ext>
                </a:extLst>
              </a:tr>
              <a:tr h="428539">
                <a:tc>
                  <a:txBody>
                    <a:bodyPr/>
                    <a:lstStyle/>
                    <a:p>
                      <a:pPr marL="0" lvl="0" indent="0" algn="ctr" rtl="0">
                        <a:lnSpc>
                          <a:spcPct val="115000"/>
                        </a:lnSpc>
                        <a:spcBef>
                          <a:spcPts val="1200"/>
                        </a:spcBef>
                        <a:spcAft>
                          <a:spcPts val="1200"/>
                        </a:spcAft>
                        <a:buNone/>
                      </a:pPr>
                      <a:r>
                        <a:rPr lang="en" sz="900" b="1" dirty="0">
                          <a:solidFill>
                            <a:srgbClr val="0F243E"/>
                          </a:solidFill>
                          <a:latin typeface="+mj-lt"/>
                          <a:ea typeface="Poppins"/>
                          <a:cs typeface="Poppins"/>
                          <a:sym typeface="Poppins"/>
                        </a:rPr>
                        <a:t>Cost Efficiency</a:t>
                      </a:r>
                      <a:endParaRPr sz="900" b="1" dirty="0">
                        <a:solidFill>
                          <a:srgbClr val="0F243E"/>
                        </a:solidFill>
                        <a:latin typeface="+mj-lt"/>
                        <a:ea typeface="Poppins"/>
                        <a:cs typeface="Poppins"/>
                        <a:sym typeface="Poppins"/>
                      </a:endParaRPr>
                    </a:p>
                  </a:txBody>
                  <a:tcPr marL="0" marR="91425" marT="91425" marB="91425" anchor="ctr">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tc>
                  <a:txBody>
                    <a:bodyPr/>
                    <a:lstStyle/>
                    <a:p>
                      <a:pPr marL="171450" lvl="0" indent="-171450" algn="l" rtl="0">
                        <a:lnSpc>
                          <a:spcPct val="115000"/>
                        </a:lnSpc>
                        <a:spcBef>
                          <a:spcPts val="0"/>
                        </a:spcBef>
                        <a:spcAft>
                          <a:spcPts val="0"/>
                        </a:spcAft>
                        <a:buFont typeface="Arial" panose="020B0604020202020204" pitchFamily="34" charset="0"/>
                        <a:buChar char="•"/>
                      </a:pPr>
                      <a:r>
                        <a:rPr lang="en" sz="600" dirty="0">
                          <a:solidFill>
                            <a:schemeClr val="accent4"/>
                          </a:solidFill>
                          <a:latin typeface="+mj-lt"/>
                          <a:ea typeface="Lato"/>
                          <a:cs typeface="Lato"/>
                          <a:sym typeface="Lato"/>
                        </a:rPr>
                        <a:t>Leverage token-optimized prompts and batch processing for non-real-time tasks like content validation.</a:t>
                      </a:r>
                      <a:endParaRPr sz="600" dirty="0">
                        <a:solidFill>
                          <a:schemeClr val="accent4"/>
                        </a:solidFill>
                        <a:latin typeface="+mj-lt"/>
                        <a:ea typeface="Lato"/>
                        <a:cs typeface="Lato"/>
                        <a:sym typeface="Lato"/>
                      </a:endParaRPr>
                    </a:p>
                  </a:txBody>
                  <a:tcPr marL="0" marR="91425" marT="91425" marB="91425" anchor="ctr">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tc>
                  <a:txBody>
                    <a:bodyPr/>
                    <a:lstStyle/>
                    <a:p>
                      <a:pPr marL="171450" lvl="0" indent="-171450" algn="l" rtl="0">
                        <a:lnSpc>
                          <a:spcPct val="115000"/>
                        </a:lnSpc>
                        <a:spcBef>
                          <a:spcPts val="0"/>
                        </a:spcBef>
                        <a:spcAft>
                          <a:spcPts val="0"/>
                        </a:spcAft>
                        <a:buFont typeface="Arial" panose="020B0604020202020204" pitchFamily="34" charset="0"/>
                        <a:buChar char="•"/>
                      </a:pPr>
                      <a:r>
                        <a:rPr lang="en" sz="600" dirty="0">
                          <a:solidFill>
                            <a:schemeClr val="accent4"/>
                          </a:solidFill>
                          <a:latin typeface="+mj-lt"/>
                          <a:ea typeface="Lato"/>
                          <a:cs typeface="Lato"/>
                          <a:sym typeface="Lato"/>
                        </a:rPr>
                        <a:t>Reduces operational costs while maximizing output efficiency for scalable use cases.</a:t>
                      </a:r>
                      <a:endParaRPr sz="600" dirty="0">
                        <a:solidFill>
                          <a:schemeClr val="accent4"/>
                        </a:solidFill>
                        <a:latin typeface="+mj-lt"/>
                        <a:ea typeface="Lato"/>
                        <a:cs typeface="Lato"/>
                        <a:sym typeface="Lato"/>
                      </a:endParaRPr>
                    </a:p>
                    <a:p>
                      <a:pPr marL="171450" lvl="0" indent="-171450" algn="l" rtl="0">
                        <a:lnSpc>
                          <a:spcPct val="115000"/>
                        </a:lnSpc>
                        <a:spcBef>
                          <a:spcPts val="0"/>
                        </a:spcBef>
                        <a:spcAft>
                          <a:spcPts val="0"/>
                        </a:spcAft>
                        <a:buFont typeface="Arial" panose="020B0604020202020204" pitchFamily="34" charset="0"/>
                        <a:buChar char="•"/>
                      </a:pPr>
                      <a:endParaRPr sz="600" dirty="0">
                        <a:solidFill>
                          <a:schemeClr val="lt2"/>
                        </a:solidFill>
                        <a:latin typeface="+mj-lt"/>
                        <a:ea typeface="Lato"/>
                        <a:cs typeface="Lato"/>
                        <a:sym typeface="Lato"/>
                      </a:endParaRPr>
                    </a:p>
                  </a:txBody>
                  <a:tcPr marL="0" marR="91425" marT="91425" marB="91425" anchor="ctr">
                    <a:lnL w="9525" cap="flat" cmpd="sng">
                      <a:solidFill>
                        <a:srgbClr val="E5E5EB">
                          <a:alpha val="0"/>
                        </a:srgbClr>
                      </a:solidFill>
                      <a:prstDash val="solid"/>
                      <a:round/>
                      <a:headEnd type="none" w="sm" len="sm"/>
                      <a:tailEnd type="none" w="sm" len="sm"/>
                    </a:lnL>
                    <a:lnR w="9525" cap="flat" cmpd="sng">
                      <a:solidFill>
                        <a:srgbClr val="E5E5EB">
                          <a:alpha val="0"/>
                        </a:srgbClr>
                      </a:solidFill>
                      <a:prstDash val="solid"/>
                      <a:round/>
                      <a:headEnd type="none" w="sm" len="sm"/>
                      <a:tailEnd type="none" w="sm" len="sm"/>
                    </a:lnR>
                    <a:lnT w="9525" cap="flat" cmpd="sng">
                      <a:solidFill>
                        <a:srgbClr val="E5E5EB"/>
                      </a:solidFill>
                      <a:prstDash val="solid"/>
                      <a:round/>
                      <a:headEnd type="none" w="sm" len="sm"/>
                      <a:tailEnd type="none" w="sm" len="sm"/>
                    </a:lnT>
                    <a:lnB w="9525" cap="flat" cmpd="sng">
                      <a:solidFill>
                        <a:srgbClr val="E5E5EB"/>
                      </a:solidFill>
                      <a:prstDash val="solid"/>
                      <a:round/>
                      <a:headEnd type="none" w="sm" len="sm"/>
                      <a:tailEnd type="none" w="sm" len="sm"/>
                    </a:lnB>
                  </a:tcPr>
                </a:tc>
                <a:extLst>
                  <a:ext uri="{0D108BD9-81ED-4DB2-BD59-A6C34878D82A}">
                    <a16:rowId xmlns:a16="http://schemas.microsoft.com/office/drawing/2014/main" val="10010"/>
                  </a:ext>
                </a:extLst>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graphicFrame>
        <p:nvGraphicFramePr>
          <p:cNvPr id="225" name="Google Shape;225;p43"/>
          <p:cNvGraphicFramePr/>
          <p:nvPr>
            <p:extLst>
              <p:ext uri="{D42A27DB-BD31-4B8C-83A1-F6EECF244321}">
                <p14:modId xmlns:p14="http://schemas.microsoft.com/office/powerpoint/2010/main" val="189349879"/>
              </p:ext>
            </p:extLst>
          </p:nvPr>
        </p:nvGraphicFramePr>
        <p:xfrm>
          <a:off x="4572000" y="317545"/>
          <a:ext cx="4310400" cy="4446130"/>
        </p:xfrm>
        <a:graphic>
          <a:graphicData uri="http://schemas.openxmlformats.org/drawingml/2006/table">
            <a:tbl>
              <a:tblPr>
                <a:noFill/>
                <a:tableStyleId>{FEA93679-BD32-492D-B738-9BDA066AF662}</a:tableStyleId>
              </a:tblPr>
              <a:tblGrid>
                <a:gridCol w="977153">
                  <a:extLst>
                    <a:ext uri="{9D8B030D-6E8A-4147-A177-3AD203B41FA5}">
                      <a16:colId xmlns:a16="http://schemas.microsoft.com/office/drawing/2014/main" val="20000"/>
                    </a:ext>
                  </a:extLst>
                </a:gridCol>
                <a:gridCol w="1174376">
                  <a:extLst>
                    <a:ext uri="{9D8B030D-6E8A-4147-A177-3AD203B41FA5}">
                      <a16:colId xmlns:a16="http://schemas.microsoft.com/office/drawing/2014/main" val="20001"/>
                    </a:ext>
                  </a:extLst>
                </a:gridCol>
                <a:gridCol w="1111624">
                  <a:extLst>
                    <a:ext uri="{9D8B030D-6E8A-4147-A177-3AD203B41FA5}">
                      <a16:colId xmlns:a16="http://schemas.microsoft.com/office/drawing/2014/main" val="20002"/>
                    </a:ext>
                  </a:extLst>
                </a:gridCol>
                <a:gridCol w="1047247">
                  <a:extLst>
                    <a:ext uri="{9D8B030D-6E8A-4147-A177-3AD203B41FA5}">
                      <a16:colId xmlns:a16="http://schemas.microsoft.com/office/drawing/2014/main" val="20003"/>
                    </a:ext>
                  </a:extLst>
                </a:gridCol>
              </a:tblGrid>
              <a:tr h="0">
                <a:tc>
                  <a:txBody>
                    <a:bodyPr/>
                    <a:lstStyle/>
                    <a:p>
                      <a:pPr marL="0" lvl="0" indent="0" algn="l" rtl="0">
                        <a:lnSpc>
                          <a:spcPct val="115000"/>
                        </a:lnSpc>
                        <a:spcBef>
                          <a:spcPts val="0"/>
                        </a:spcBef>
                        <a:spcAft>
                          <a:spcPts val="0"/>
                        </a:spcAft>
                        <a:buNone/>
                      </a:pPr>
                      <a:r>
                        <a:rPr lang="en" sz="1200" b="1" dirty="0">
                          <a:solidFill>
                            <a:schemeClr val="bg1"/>
                          </a:solidFill>
                        </a:rPr>
                        <a:t>User Base</a:t>
                      </a:r>
                      <a:endParaRPr sz="1200" b="1" dirty="0">
                        <a:solidFill>
                          <a:schemeClr val="bg1"/>
                        </a:solidFill>
                      </a:endParaRPr>
                    </a:p>
                  </a:txBody>
                  <a:tcPr marL="91425" marR="91425" marT="91425" marB="91425">
                    <a:solidFill>
                      <a:schemeClr val="tx1">
                        <a:lumMod val="75000"/>
                        <a:lumOff val="25000"/>
                      </a:schemeClr>
                    </a:solidFill>
                  </a:tcPr>
                </a:tc>
                <a:tc>
                  <a:txBody>
                    <a:bodyPr/>
                    <a:lstStyle/>
                    <a:p>
                      <a:pPr marL="0" lvl="0" indent="0" algn="l" rtl="0">
                        <a:lnSpc>
                          <a:spcPct val="115000"/>
                        </a:lnSpc>
                        <a:spcBef>
                          <a:spcPts val="0"/>
                        </a:spcBef>
                        <a:spcAft>
                          <a:spcPts val="0"/>
                        </a:spcAft>
                        <a:buNone/>
                      </a:pPr>
                      <a:r>
                        <a:rPr lang="en" sz="1200" b="1">
                          <a:solidFill>
                            <a:schemeClr val="bg1"/>
                          </a:solidFill>
                        </a:rPr>
                        <a:t>Daily Token Usage</a:t>
                      </a:r>
                      <a:endParaRPr sz="1200" b="1">
                        <a:solidFill>
                          <a:schemeClr val="bg1"/>
                        </a:solidFill>
                      </a:endParaRPr>
                    </a:p>
                  </a:txBody>
                  <a:tcPr marL="91425" marR="91425" marT="91425" marB="91425">
                    <a:solidFill>
                      <a:schemeClr val="tx1">
                        <a:lumMod val="75000"/>
                        <a:lumOff val="25000"/>
                      </a:schemeClr>
                    </a:solidFill>
                  </a:tcPr>
                </a:tc>
                <a:tc>
                  <a:txBody>
                    <a:bodyPr/>
                    <a:lstStyle/>
                    <a:p>
                      <a:pPr marL="0" lvl="0" indent="0" algn="l" rtl="0">
                        <a:lnSpc>
                          <a:spcPct val="115000"/>
                        </a:lnSpc>
                        <a:spcBef>
                          <a:spcPts val="0"/>
                        </a:spcBef>
                        <a:spcAft>
                          <a:spcPts val="0"/>
                        </a:spcAft>
                        <a:buNone/>
                      </a:pPr>
                      <a:r>
                        <a:rPr lang="en" sz="1200" b="1" dirty="0">
                          <a:solidFill>
                            <a:schemeClr val="bg1"/>
                          </a:solidFill>
                        </a:rPr>
                        <a:t>Monthly Token Usage</a:t>
                      </a:r>
                      <a:endParaRPr sz="1200" b="1" dirty="0">
                        <a:solidFill>
                          <a:schemeClr val="bg1"/>
                        </a:solidFill>
                      </a:endParaRPr>
                    </a:p>
                  </a:txBody>
                  <a:tcPr marL="91425" marR="91425" marT="91425" marB="91425">
                    <a:solidFill>
                      <a:schemeClr val="tx1">
                        <a:lumMod val="75000"/>
                        <a:lumOff val="25000"/>
                      </a:schemeClr>
                    </a:solidFill>
                  </a:tcPr>
                </a:tc>
                <a:tc>
                  <a:txBody>
                    <a:bodyPr/>
                    <a:lstStyle/>
                    <a:p>
                      <a:pPr marL="0" lvl="0" indent="0" algn="l" rtl="0">
                        <a:lnSpc>
                          <a:spcPct val="115000"/>
                        </a:lnSpc>
                        <a:spcBef>
                          <a:spcPts val="0"/>
                        </a:spcBef>
                        <a:spcAft>
                          <a:spcPts val="0"/>
                        </a:spcAft>
                        <a:buNone/>
                      </a:pPr>
                      <a:r>
                        <a:rPr lang="en" sz="1200" b="1" dirty="0">
                          <a:solidFill>
                            <a:schemeClr val="bg1"/>
                          </a:solidFill>
                        </a:rPr>
                        <a:t>Monthly Cost (@$0.002/1,000 tokens)</a:t>
                      </a:r>
                      <a:endParaRPr sz="1200" b="1" dirty="0">
                        <a:solidFill>
                          <a:schemeClr val="bg1"/>
                        </a:solidFill>
                      </a:endParaRPr>
                    </a:p>
                  </a:txBody>
                  <a:tcPr marL="91425" marR="91425" marT="91425" marB="91425">
                    <a:solidFill>
                      <a:schemeClr val="tx1">
                        <a:lumMod val="75000"/>
                        <a:lumOff val="25000"/>
                      </a:schemeClr>
                    </a:solidFill>
                  </a:tcPr>
                </a:tc>
                <a:extLst>
                  <a:ext uri="{0D108BD9-81ED-4DB2-BD59-A6C34878D82A}">
                    <a16:rowId xmlns:a16="http://schemas.microsoft.com/office/drawing/2014/main" val="10000"/>
                  </a:ext>
                </a:extLst>
              </a:tr>
              <a:tr h="1146625">
                <a:tc>
                  <a:txBody>
                    <a:bodyPr/>
                    <a:lstStyle/>
                    <a:p>
                      <a:pPr marL="0" lvl="0" indent="0" algn="l" rtl="0">
                        <a:spcBef>
                          <a:spcPts val="0"/>
                        </a:spcBef>
                        <a:spcAft>
                          <a:spcPts val="0"/>
                        </a:spcAft>
                        <a:buNone/>
                      </a:pPr>
                      <a:r>
                        <a:rPr lang="en" sz="1200" b="1" u="sng" dirty="0"/>
                        <a:t>Current</a:t>
                      </a:r>
                      <a:r>
                        <a:rPr lang="en" sz="1200" b="0" dirty="0"/>
                        <a:t> (200,000)</a:t>
                      </a:r>
                      <a:endParaRPr sz="1200" b="0" dirty="0"/>
                    </a:p>
                  </a:txBody>
                  <a:tcPr marL="91425" marR="91425" marT="91425" marB="91425"/>
                </a:tc>
                <a:tc>
                  <a:txBody>
                    <a:bodyPr/>
                    <a:lstStyle/>
                    <a:p>
                      <a:pPr marL="0" lvl="0" indent="0" algn="l" rtl="0">
                        <a:spcBef>
                          <a:spcPts val="0"/>
                        </a:spcBef>
                        <a:spcAft>
                          <a:spcPts val="0"/>
                        </a:spcAft>
                        <a:buNone/>
                      </a:pPr>
                      <a:r>
                        <a:rPr lang="en" sz="1200" b="0"/>
                        <a:t>440 million tokens/day</a:t>
                      </a:r>
                      <a:endParaRPr sz="1200" b="0"/>
                    </a:p>
                  </a:txBody>
                  <a:tcPr marL="91425" marR="91425" marT="91425" marB="91425"/>
                </a:tc>
                <a:tc>
                  <a:txBody>
                    <a:bodyPr/>
                    <a:lstStyle/>
                    <a:p>
                      <a:pPr marL="0" lvl="0" indent="0" algn="l" rtl="0">
                        <a:spcBef>
                          <a:spcPts val="0"/>
                        </a:spcBef>
                        <a:spcAft>
                          <a:spcPts val="0"/>
                        </a:spcAft>
                        <a:buNone/>
                      </a:pPr>
                      <a:r>
                        <a:rPr lang="en" sz="1200" b="0"/>
                        <a:t>13.2 billion tokens</a:t>
                      </a:r>
                      <a:endParaRPr sz="1200" b="0"/>
                    </a:p>
                  </a:txBody>
                  <a:tcPr marL="91425" marR="91425" marT="91425" marB="91425"/>
                </a:tc>
                <a:tc>
                  <a:txBody>
                    <a:bodyPr/>
                    <a:lstStyle/>
                    <a:p>
                      <a:pPr marL="0" lvl="0" indent="0" algn="l" rtl="0">
                        <a:spcBef>
                          <a:spcPts val="0"/>
                        </a:spcBef>
                        <a:spcAft>
                          <a:spcPts val="0"/>
                        </a:spcAft>
                        <a:buNone/>
                      </a:pPr>
                      <a:r>
                        <a:rPr lang="en" sz="1200" b="0"/>
                        <a:t>$26,400</a:t>
                      </a:r>
                      <a:endParaRPr sz="1200" b="0"/>
                    </a:p>
                  </a:txBody>
                  <a:tcPr marL="91425" marR="91425" marT="91425" marB="91425"/>
                </a:tc>
                <a:extLst>
                  <a:ext uri="{0D108BD9-81ED-4DB2-BD59-A6C34878D82A}">
                    <a16:rowId xmlns:a16="http://schemas.microsoft.com/office/drawing/2014/main" val="10001"/>
                  </a:ext>
                </a:extLst>
              </a:tr>
              <a:tr h="1146625">
                <a:tc>
                  <a:txBody>
                    <a:bodyPr/>
                    <a:lstStyle/>
                    <a:p>
                      <a:pPr marL="0" lvl="0" indent="0" algn="l" rtl="0">
                        <a:spcBef>
                          <a:spcPts val="0"/>
                        </a:spcBef>
                        <a:spcAft>
                          <a:spcPts val="0"/>
                        </a:spcAft>
                        <a:buNone/>
                      </a:pPr>
                      <a:r>
                        <a:rPr lang="en" sz="1200" b="1" u="sng" dirty="0"/>
                        <a:t>6-Month</a:t>
                      </a:r>
                      <a:r>
                        <a:rPr lang="en" sz="1200" b="0" dirty="0"/>
                        <a:t> (260,000)</a:t>
                      </a:r>
                      <a:endParaRPr sz="1200" b="0" dirty="0"/>
                    </a:p>
                  </a:txBody>
                  <a:tcPr marL="91425" marR="91425" marT="91425" marB="91425"/>
                </a:tc>
                <a:tc>
                  <a:txBody>
                    <a:bodyPr/>
                    <a:lstStyle/>
                    <a:p>
                      <a:pPr marL="0" lvl="0" indent="0" algn="l" rtl="0">
                        <a:spcBef>
                          <a:spcPts val="0"/>
                        </a:spcBef>
                        <a:spcAft>
                          <a:spcPts val="0"/>
                        </a:spcAft>
                        <a:buNone/>
                      </a:pPr>
                      <a:r>
                        <a:rPr lang="en" sz="1200" b="0"/>
                        <a:t>572 million tokens/day</a:t>
                      </a:r>
                      <a:endParaRPr sz="1200" b="0"/>
                    </a:p>
                  </a:txBody>
                  <a:tcPr marL="91425" marR="91425" marT="91425" marB="91425"/>
                </a:tc>
                <a:tc>
                  <a:txBody>
                    <a:bodyPr/>
                    <a:lstStyle/>
                    <a:p>
                      <a:pPr marL="0" lvl="0" indent="0" algn="l" rtl="0">
                        <a:spcBef>
                          <a:spcPts val="0"/>
                        </a:spcBef>
                        <a:spcAft>
                          <a:spcPts val="0"/>
                        </a:spcAft>
                        <a:buNone/>
                      </a:pPr>
                      <a:r>
                        <a:rPr lang="en" sz="1200" b="0"/>
                        <a:t>17.16 billion tokens</a:t>
                      </a:r>
                      <a:endParaRPr sz="1200" b="0"/>
                    </a:p>
                  </a:txBody>
                  <a:tcPr marL="91425" marR="91425" marT="91425" marB="91425"/>
                </a:tc>
                <a:tc>
                  <a:txBody>
                    <a:bodyPr/>
                    <a:lstStyle/>
                    <a:p>
                      <a:pPr marL="0" lvl="0" indent="0" algn="l" rtl="0">
                        <a:spcBef>
                          <a:spcPts val="0"/>
                        </a:spcBef>
                        <a:spcAft>
                          <a:spcPts val="0"/>
                        </a:spcAft>
                        <a:buNone/>
                      </a:pPr>
                      <a:r>
                        <a:rPr lang="en" sz="1200" b="0"/>
                        <a:t>$34,320</a:t>
                      </a:r>
                      <a:endParaRPr sz="1200" b="0"/>
                    </a:p>
                  </a:txBody>
                  <a:tcPr marL="91425" marR="91425" marT="91425" marB="91425"/>
                </a:tc>
                <a:extLst>
                  <a:ext uri="{0D108BD9-81ED-4DB2-BD59-A6C34878D82A}">
                    <a16:rowId xmlns:a16="http://schemas.microsoft.com/office/drawing/2014/main" val="10002"/>
                  </a:ext>
                </a:extLst>
              </a:tr>
              <a:tr h="1146625">
                <a:tc>
                  <a:txBody>
                    <a:bodyPr/>
                    <a:lstStyle/>
                    <a:p>
                      <a:pPr marL="0" lvl="0" indent="0" algn="l" rtl="0">
                        <a:spcBef>
                          <a:spcPts val="0"/>
                        </a:spcBef>
                        <a:spcAft>
                          <a:spcPts val="0"/>
                        </a:spcAft>
                        <a:buNone/>
                      </a:pPr>
                      <a:r>
                        <a:rPr lang="en" sz="1200" b="0" u="sng" dirty="0"/>
                        <a:t>2-Year</a:t>
                      </a:r>
                      <a:r>
                        <a:rPr lang="en" sz="1200" b="0" dirty="0"/>
                        <a:t> (1 million)</a:t>
                      </a:r>
                      <a:endParaRPr sz="1200" b="0" dirty="0"/>
                    </a:p>
                  </a:txBody>
                  <a:tcPr marL="91425" marR="91425" marT="91425" marB="91425"/>
                </a:tc>
                <a:tc>
                  <a:txBody>
                    <a:bodyPr/>
                    <a:lstStyle/>
                    <a:p>
                      <a:pPr marL="0" lvl="0" indent="0" algn="l" rtl="0">
                        <a:spcBef>
                          <a:spcPts val="0"/>
                        </a:spcBef>
                        <a:spcAft>
                          <a:spcPts val="0"/>
                        </a:spcAft>
                        <a:buNone/>
                      </a:pPr>
                      <a:r>
                        <a:rPr lang="en" sz="1200" b="0" dirty="0"/>
                        <a:t>2.2 billion tokens/day</a:t>
                      </a:r>
                      <a:endParaRPr sz="1200" b="0" dirty="0"/>
                    </a:p>
                  </a:txBody>
                  <a:tcPr marL="91425" marR="91425" marT="91425" marB="91425"/>
                </a:tc>
                <a:tc>
                  <a:txBody>
                    <a:bodyPr/>
                    <a:lstStyle/>
                    <a:p>
                      <a:pPr marL="0" lvl="0" indent="0" algn="l" rtl="0">
                        <a:spcBef>
                          <a:spcPts val="0"/>
                        </a:spcBef>
                        <a:spcAft>
                          <a:spcPts val="0"/>
                        </a:spcAft>
                        <a:buNone/>
                      </a:pPr>
                      <a:r>
                        <a:rPr lang="en" sz="1200" b="0"/>
                        <a:t>66 billion tokens</a:t>
                      </a:r>
                      <a:endParaRPr sz="1200" b="0"/>
                    </a:p>
                  </a:txBody>
                  <a:tcPr marL="91425" marR="91425" marT="91425" marB="91425"/>
                </a:tc>
                <a:tc>
                  <a:txBody>
                    <a:bodyPr/>
                    <a:lstStyle/>
                    <a:p>
                      <a:pPr marL="0" lvl="0" indent="0" algn="l" rtl="0">
                        <a:spcBef>
                          <a:spcPts val="0"/>
                        </a:spcBef>
                        <a:spcAft>
                          <a:spcPts val="0"/>
                        </a:spcAft>
                        <a:buNone/>
                      </a:pPr>
                      <a:r>
                        <a:rPr lang="en" sz="1200" b="0" dirty="0"/>
                        <a:t>$132,000</a:t>
                      </a:r>
                      <a:endParaRPr sz="1200" b="0" dirty="0"/>
                    </a:p>
                  </a:txBody>
                  <a:tcPr marL="91425" marR="91425" marT="91425" marB="91425"/>
                </a:tc>
                <a:extLst>
                  <a:ext uri="{0D108BD9-81ED-4DB2-BD59-A6C34878D82A}">
                    <a16:rowId xmlns:a16="http://schemas.microsoft.com/office/drawing/2014/main" val="10003"/>
                  </a:ext>
                </a:extLst>
              </a:tr>
            </a:tbl>
          </a:graphicData>
        </a:graphic>
      </p:graphicFrame>
      <p:sp>
        <p:nvSpPr>
          <p:cNvPr id="226" name="Google Shape;226;p43"/>
          <p:cNvSpPr txBox="1"/>
          <p:nvPr/>
        </p:nvSpPr>
        <p:spPr>
          <a:xfrm>
            <a:off x="154650" y="671075"/>
            <a:ext cx="4310400" cy="40926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 sz="1100" dirty="0"/>
              <a:t>GPT-4o Turbo is more </a:t>
            </a:r>
            <a:r>
              <a:rPr lang="en" sz="1100" b="1" dirty="0"/>
              <a:t>cost-efficient</a:t>
            </a:r>
            <a:r>
              <a:rPr lang="en" sz="1100" dirty="0"/>
              <a:t> than GPT-4, reducing operational costs significantly while maintaining high performance.</a:t>
            </a:r>
            <a:endParaRPr sz="1100" dirty="0"/>
          </a:p>
          <a:p>
            <a:pPr marL="0" lvl="0" indent="0" algn="l" rtl="0">
              <a:lnSpc>
                <a:spcPct val="115000"/>
              </a:lnSpc>
              <a:spcBef>
                <a:spcPts val="1200"/>
              </a:spcBef>
              <a:spcAft>
                <a:spcPts val="0"/>
              </a:spcAft>
              <a:buNone/>
            </a:pPr>
            <a:r>
              <a:rPr lang="en" sz="1100" b="1" dirty="0"/>
              <a:t>Daily Token Usage Per User</a:t>
            </a:r>
            <a:endParaRPr sz="1100" b="1" dirty="0"/>
          </a:p>
          <a:p>
            <a:pPr marL="457200" lvl="0" indent="-298450" algn="l" rtl="0">
              <a:lnSpc>
                <a:spcPct val="115000"/>
              </a:lnSpc>
              <a:spcBef>
                <a:spcPts val="1200"/>
              </a:spcBef>
              <a:spcAft>
                <a:spcPts val="0"/>
              </a:spcAft>
              <a:buSzPts val="1100"/>
              <a:buChar char="●"/>
            </a:pPr>
            <a:r>
              <a:rPr lang="en" sz="1100" b="1" dirty="0"/>
              <a:t>System Prompt:</a:t>
            </a:r>
            <a:r>
              <a:rPr lang="en" sz="1100" dirty="0"/>
              <a:t> ~500 tokens/session to establish the scope and tone of AI outputs.</a:t>
            </a:r>
            <a:endParaRPr sz="1100" dirty="0"/>
          </a:p>
          <a:p>
            <a:pPr marL="457200" lvl="0" indent="-298450" algn="l" rtl="0">
              <a:lnSpc>
                <a:spcPct val="115000"/>
              </a:lnSpc>
              <a:spcBef>
                <a:spcPts val="0"/>
              </a:spcBef>
              <a:spcAft>
                <a:spcPts val="0"/>
              </a:spcAft>
              <a:buSzPts val="1100"/>
              <a:buChar char="●"/>
            </a:pPr>
            <a:r>
              <a:rPr lang="en" sz="1100" b="1" dirty="0"/>
              <a:t>User Input:</a:t>
            </a:r>
            <a:r>
              <a:rPr lang="en" sz="1100" dirty="0"/>
              <a:t> ~100 tokens/session for user queries and reflections.</a:t>
            </a:r>
            <a:endParaRPr sz="1100" dirty="0"/>
          </a:p>
          <a:p>
            <a:pPr marL="457200" lvl="0" indent="-298450" algn="l" rtl="0">
              <a:lnSpc>
                <a:spcPct val="115000"/>
              </a:lnSpc>
              <a:spcBef>
                <a:spcPts val="0"/>
              </a:spcBef>
              <a:spcAft>
                <a:spcPts val="0"/>
              </a:spcAft>
              <a:buSzPts val="1100"/>
              <a:buChar char="●"/>
            </a:pPr>
            <a:r>
              <a:rPr lang="en" sz="1100" b="1" dirty="0"/>
              <a:t>Generated Output:</a:t>
            </a:r>
            <a:r>
              <a:rPr lang="en" sz="1100" dirty="0"/>
              <a:t> ~500 tokens/session for meditation drafts and actionable insights.</a:t>
            </a:r>
            <a:endParaRPr sz="1100" dirty="0"/>
          </a:p>
          <a:p>
            <a:pPr marL="457200" lvl="0" indent="-298450" algn="l" rtl="0">
              <a:lnSpc>
                <a:spcPct val="115000"/>
              </a:lnSpc>
              <a:spcBef>
                <a:spcPts val="0"/>
              </a:spcBef>
              <a:spcAft>
                <a:spcPts val="0"/>
              </a:spcAft>
              <a:buSzPts val="1100"/>
              <a:buChar char="●"/>
            </a:pPr>
            <a:r>
              <a:rPr lang="en" sz="1100" b="1" dirty="0"/>
              <a:t>Total Tokens per Session:</a:t>
            </a:r>
            <a:r>
              <a:rPr lang="en" sz="1100" dirty="0"/>
              <a:t> ~1,100 tokens.</a:t>
            </a:r>
            <a:endParaRPr sz="1100" dirty="0"/>
          </a:p>
          <a:p>
            <a:pPr marL="457200" lvl="0" indent="-298450" algn="l" rtl="0">
              <a:lnSpc>
                <a:spcPct val="115000"/>
              </a:lnSpc>
              <a:spcBef>
                <a:spcPts val="0"/>
              </a:spcBef>
              <a:spcAft>
                <a:spcPts val="0"/>
              </a:spcAft>
              <a:buSzPts val="1100"/>
              <a:buChar char="●"/>
            </a:pPr>
            <a:r>
              <a:rPr lang="en" sz="1100" b="1" dirty="0"/>
              <a:t>Average Sessions/User/Day:</a:t>
            </a:r>
            <a:r>
              <a:rPr lang="en" sz="1100" dirty="0"/>
              <a:t> 2 sessions.</a:t>
            </a:r>
            <a:endParaRPr sz="1100" dirty="0"/>
          </a:p>
          <a:p>
            <a:pPr marL="0" lvl="0" indent="0" algn="l" rtl="0">
              <a:lnSpc>
                <a:spcPct val="115000"/>
              </a:lnSpc>
              <a:spcBef>
                <a:spcPts val="1200"/>
              </a:spcBef>
              <a:spcAft>
                <a:spcPts val="0"/>
              </a:spcAft>
              <a:buNone/>
            </a:pPr>
            <a:r>
              <a:rPr lang="en" sz="1100" b="1" dirty="0"/>
              <a:t>Token Usage Projections</a:t>
            </a:r>
            <a:endParaRPr sz="1100" b="1" dirty="0"/>
          </a:p>
          <a:p>
            <a:pPr marL="0" lvl="0" indent="0" algn="l" rtl="0">
              <a:lnSpc>
                <a:spcPct val="115000"/>
              </a:lnSpc>
              <a:spcBef>
                <a:spcPts val="1200"/>
              </a:spcBef>
              <a:spcAft>
                <a:spcPts val="1200"/>
              </a:spcAft>
              <a:buNone/>
            </a:pPr>
            <a:r>
              <a:rPr lang="en" sz="1100" dirty="0"/>
              <a:t>💡 </a:t>
            </a:r>
            <a:r>
              <a:rPr lang="en" sz="1100" b="1" dirty="0"/>
              <a:t>Scalability:</a:t>
            </a:r>
            <a:r>
              <a:rPr lang="en" sz="1100" dirty="0"/>
              <a:t> Designed to support 1 million users globally, including peak concurrent usage of 10,000 users with low latency.</a:t>
            </a:r>
            <a:endParaRPr sz="1100" dirty="0"/>
          </a:p>
        </p:txBody>
      </p:sp>
      <p:sp>
        <p:nvSpPr>
          <p:cNvPr id="227" name="Google Shape;227;p43"/>
          <p:cNvSpPr txBox="1">
            <a:spLocks noGrp="1"/>
          </p:cNvSpPr>
          <p:nvPr>
            <p:ph type="title" idx="4294967295"/>
          </p:nvPr>
        </p:nvSpPr>
        <p:spPr>
          <a:xfrm>
            <a:off x="154650" y="79375"/>
            <a:ext cx="4524300" cy="816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a:solidFill>
                  <a:schemeClr val="bg2"/>
                </a:solidFill>
              </a:rPr>
              <a:t>cc</a:t>
            </a:r>
            <a:endParaRPr dirty="0">
              <a:solidFill>
                <a:schemeClr val="bg2"/>
              </a:solidFill>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1"/>
        <p:cNvGrpSpPr/>
        <p:nvPr/>
      </p:nvGrpSpPr>
      <p:grpSpPr>
        <a:xfrm>
          <a:off x="0" y="0"/>
          <a:ext cx="0" cy="0"/>
          <a:chOff x="0" y="0"/>
          <a:chExt cx="0" cy="0"/>
        </a:xfrm>
      </p:grpSpPr>
      <p:sp>
        <p:nvSpPr>
          <p:cNvPr id="232" name="Google Shape;232;p44"/>
          <p:cNvSpPr txBox="1"/>
          <p:nvPr/>
        </p:nvSpPr>
        <p:spPr>
          <a:xfrm>
            <a:off x="0" y="0"/>
            <a:ext cx="9144000" cy="124646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dirty="0">
                <a:solidFill>
                  <a:schemeClr val="bg2"/>
                </a:solidFill>
                <a:latin typeface="Poppins SemiBold"/>
                <a:ea typeface="Poppins SemiBold"/>
                <a:cs typeface="Poppins SemiBold"/>
                <a:sym typeface="Poppins SemiBold"/>
              </a:rPr>
              <a:t>LLM System Prompt: </a:t>
            </a:r>
          </a:p>
          <a:p>
            <a:pPr marL="0" lvl="0" indent="0" algn="l" rtl="0">
              <a:spcBef>
                <a:spcPts val="0"/>
              </a:spcBef>
              <a:spcAft>
                <a:spcPts val="0"/>
              </a:spcAft>
              <a:buNone/>
            </a:pPr>
            <a:r>
              <a:rPr lang="en-US" sz="1100" dirty="0"/>
              <a:t>You are the Mindful Companion AI, a trusted guide helping users deepen their mindfulness journey. Your role is to provide personalized reflection prompts, actionable insights, and tailored meditation drafts based on user input, engagement history, and the Healthy Minds framework (Awareness, Connection, Insight, Purpose).</a:t>
            </a:r>
          </a:p>
          <a:p>
            <a:pPr marL="0" lvl="0" indent="0" algn="l" rtl="0">
              <a:spcBef>
                <a:spcPts val="0"/>
              </a:spcBef>
              <a:spcAft>
                <a:spcPts val="0"/>
              </a:spcAft>
              <a:buNone/>
            </a:pPr>
            <a:r>
              <a:rPr lang="en-US" sz="1100" dirty="0"/>
              <a:t>Your recommendations must empower users to practice self-awareness and build emotional resilience while ensuring alignment with the program’s scientific principles. Outputs should be empathetic, clear, and actionable, ready for expert review and validation.</a:t>
            </a:r>
          </a:p>
        </p:txBody>
      </p:sp>
      <p:sp>
        <p:nvSpPr>
          <p:cNvPr id="2" name="TextBox 1">
            <a:extLst>
              <a:ext uri="{FF2B5EF4-FFF2-40B4-BE49-F238E27FC236}">
                <a16:creationId xmlns:a16="http://schemas.microsoft.com/office/drawing/2014/main" id="{9C3F621C-8852-5D02-C9CE-D7BDBF3FAEE9}"/>
              </a:ext>
            </a:extLst>
          </p:cNvPr>
          <p:cNvSpPr txBox="1"/>
          <p:nvPr/>
        </p:nvSpPr>
        <p:spPr>
          <a:xfrm>
            <a:off x="0" y="1246465"/>
            <a:ext cx="8731624" cy="1415772"/>
          </a:xfrm>
          <a:prstGeom prst="rect">
            <a:avLst/>
          </a:prstGeom>
          <a:noFill/>
        </p:spPr>
        <p:txBody>
          <a:bodyPr wrap="square" rtlCol="0">
            <a:spAutoFit/>
          </a:bodyPr>
          <a:lstStyle/>
          <a:p>
            <a:pPr marL="0" lvl="0" indent="0" algn="l" rtl="0">
              <a:spcBef>
                <a:spcPts val="0"/>
              </a:spcBef>
              <a:spcAft>
                <a:spcPts val="0"/>
              </a:spcAft>
              <a:buNone/>
            </a:pPr>
            <a:r>
              <a:rPr lang="en-US" b="1" dirty="0"/>
              <a:t>Output Standards:</a:t>
            </a:r>
          </a:p>
          <a:p>
            <a:pPr marL="457200" lvl="0" indent="-298450" algn="l" rtl="0">
              <a:spcBef>
                <a:spcPts val="0"/>
              </a:spcBef>
              <a:spcAft>
                <a:spcPts val="0"/>
              </a:spcAft>
              <a:buSzPts val="1100"/>
              <a:buChar char="●"/>
            </a:pPr>
            <a:r>
              <a:rPr lang="en-US" sz="1200" dirty="0"/>
              <a:t>Relevance: Ensure 95% alignment with user input, engagement history, and mindfulness goals.</a:t>
            </a:r>
          </a:p>
          <a:p>
            <a:pPr marL="457200" lvl="0" indent="-298450" algn="l" rtl="0">
              <a:spcBef>
                <a:spcPts val="0"/>
              </a:spcBef>
              <a:spcAft>
                <a:spcPts val="0"/>
              </a:spcAft>
              <a:buSzPts val="1100"/>
              <a:buChar char="●"/>
            </a:pPr>
            <a:r>
              <a:rPr lang="en-US" sz="1200" dirty="0"/>
              <a:t>Tone: Maintain an empathetic, supportive tone that aligns with the Healthy Minds Program’s values.</a:t>
            </a:r>
          </a:p>
          <a:p>
            <a:pPr marL="457200" lvl="0" indent="-298450" algn="l" rtl="0">
              <a:spcBef>
                <a:spcPts val="0"/>
              </a:spcBef>
              <a:spcAft>
                <a:spcPts val="0"/>
              </a:spcAft>
              <a:buSzPts val="1100"/>
              <a:buChar char="●"/>
            </a:pPr>
            <a:r>
              <a:rPr lang="en-US" sz="1200" dirty="0"/>
              <a:t>Validation: Achieve an 85% approval rate for AI-generated content within 6 months of launch.</a:t>
            </a:r>
          </a:p>
          <a:p>
            <a:pPr marL="457200" lvl="0" indent="-298450" algn="l" rtl="0">
              <a:spcBef>
                <a:spcPts val="0"/>
              </a:spcBef>
              <a:spcAft>
                <a:spcPts val="0"/>
              </a:spcAft>
              <a:buSzPts val="1100"/>
              <a:buChar char="●"/>
            </a:pPr>
            <a:r>
              <a:rPr lang="en-US" sz="1200" dirty="0"/>
              <a:t>Cultural Sensitivity: Adapt suggestions to reflect users' cultural and linguistic contexts when applicable.</a:t>
            </a:r>
          </a:p>
          <a:p>
            <a:pPr marL="457200" lvl="0" indent="-298450" algn="l" rtl="0">
              <a:spcBef>
                <a:spcPts val="0"/>
              </a:spcBef>
              <a:spcAft>
                <a:spcPts val="0"/>
              </a:spcAft>
              <a:buSzPts val="1100"/>
              <a:buChar char="●"/>
            </a:pPr>
            <a:r>
              <a:rPr lang="en-US" sz="1200" dirty="0"/>
              <a:t>Actionability: Provide recommendations that can be easily understood and implemented by users.</a:t>
            </a:r>
          </a:p>
          <a:p>
            <a:endParaRPr lang="en-US" sz="1200" dirty="0"/>
          </a:p>
        </p:txBody>
      </p:sp>
      <p:sp>
        <p:nvSpPr>
          <p:cNvPr id="5" name="TextBox 4">
            <a:extLst>
              <a:ext uri="{FF2B5EF4-FFF2-40B4-BE49-F238E27FC236}">
                <a16:creationId xmlns:a16="http://schemas.microsoft.com/office/drawing/2014/main" id="{401CEFDB-3232-008D-2380-87570573FD37}"/>
              </a:ext>
            </a:extLst>
          </p:cNvPr>
          <p:cNvSpPr txBox="1"/>
          <p:nvPr/>
        </p:nvSpPr>
        <p:spPr>
          <a:xfrm>
            <a:off x="0" y="2492930"/>
            <a:ext cx="9144000" cy="2523768"/>
          </a:xfrm>
          <a:prstGeom prst="rect">
            <a:avLst/>
          </a:prstGeom>
          <a:noFill/>
        </p:spPr>
        <p:txBody>
          <a:bodyPr wrap="square">
            <a:spAutoFit/>
          </a:bodyPr>
          <a:lstStyle/>
          <a:p>
            <a:pPr marL="0" lvl="0" indent="0" algn="l" rtl="0">
              <a:spcBef>
                <a:spcPts val="0"/>
              </a:spcBef>
              <a:spcAft>
                <a:spcPts val="0"/>
              </a:spcAft>
              <a:buNone/>
            </a:pPr>
            <a:r>
              <a:rPr lang="en-US" sz="1200" b="1" dirty="0"/>
              <a:t>Ensure Your Responses:</a:t>
            </a:r>
          </a:p>
          <a:p>
            <a:pPr marL="457200" lvl="0" indent="-298450" algn="l" rtl="0">
              <a:spcBef>
                <a:spcPts val="0"/>
              </a:spcBef>
              <a:spcAft>
                <a:spcPts val="0"/>
              </a:spcAft>
              <a:buSzPts val="1100"/>
              <a:buChar char="●"/>
            </a:pPr>
            <a:r>
              <a:rPr lang="en-US" sz="1100" dirty="0"/>
              <a:t>Align closely with the user’s stated needs and preferences, achieving at least 90% match with their mindfulness objectives.</a:t>
            </a:r>
          </a:p>
          <a:p>
            <a:pPr marL="457200" lvl="0" indent="-298450" algn="l" rtl="0">
              <a:spcBef>
                <a:spcPts val="0"/>
              </a:spcBef>
              <a:spcAft>
                <a:spcPts val="0"/>
              </a:spcAft>
              <a:buSzPts val="1100"/>
              <a:buChar char="●"/>
            </a:pPr>
            <a:r>
              <a:rPr lang="en-US" sz="1100" dirty="0"/>
              <a:t>Include suggestions relevant to the Healthy Minds pillars, ensuring consistency with the program’s scientific foundation.</a:t>
            </a:r>
          </a:p>
          <a:p>
            <a:pPr marL="457200" lvl="0" indent="-298450" algn="l" rtl="0">
              <a:spcBef>
                <a:spcPts val="0"/>
              </a:spcBef>
              <a:spcAft>
                <a:spcPts val="0"/>
              </a:spcAft>
              <a:buSzPts val="1100"/>
              <a:buChar char="●"/>
            </a:pPr>
            <a:r>
              <a:rPr lang="en-US" sz="1100" dirty="0"/>
              <a:t>Provide prompts that encourage meaningful self-reflection and help users integrate mindfulness into daily life.</a:t>
            </a:r>
          </a:p>
          <a:p>
            <a:pPr marL="457200" lvl="0" indent="-298450" algn="l" rtl="0">
              <a:spcBef>
                <a:spcPts val="0"/>
              </a:spcBef>
              <a:spcAft>
                <a:spcPts val="0"/>
              </a:spcAft>
              <a:buSzPts val="1100"/>
              <a:buChar char="●"/>
            </a:pPr>
            <a:r>
              <a:rPr lang="en-US" sz="1100" dirty="0"/>
              <a:t>Use real-time user data (e.g., engagement history) to personalize recommendations effectively.</a:t>
            </a:r>
          </a:p>
          <a:p>
            <a:pPr marL="457200" lvl="0" indent="-298450" algn="l" rtl="0">
              <a:spcBef>
                <a:spcPts val="0"/>
              </a:spcBef>
              <a:spcAft>
                <a:spcPts val="0"/>
              </a:spcAft>
              <a:buSzPts val="1100"/>
              <a:buChar char="●"/>
            </a:pPr>
            <a:r>
              <a:rPr lang="en-US" sz="1100" dirty="0"/>
              <a:t>Support flexibility by allowing users to modify or refine their prompts and recommendations based on feedback.</a:t>
            </a:r>
          </a:p>
          <a:p>
            <a:pPr marL="457200" lvl="0" indent="-298450" algn="l" rtl="0">
              <a:spcBef>
                <a:spcPts val="0"/>
              </a:spcBef>
              <a:spcAft>
                <a:spcPts val="0"/>
              </a:spcAft>
              <a:buSzPts val="1100"/>
              <a:buChar char="●"/>
            </a:pPr>
            <a:r>
              <a:rPr lang="en-US" sz="1100" dirty="0"/>
              <a:t>Adhere to global privacy standards (e.g., GDPR, HIPAA), ensuring user data is securely handled and anonymized.</a:t>
            </a:r>
          </a:p>
          <a:p>
            <a:pPr marL="457200" lvl="0" indent="-298450" algn="l" rtl="0">
              <a:spcBef>
                <a:spcPts val="0"/>
              </a:spcBef>
              <a:spcAft>
                <a:spcPts val="0"/>
              </a:spcAft>
              <a:buSzPts val="1100"/>
              <a:buChar char="●"/>
            </a:pPr>
            <a:r>
              <a:rPr lang="en-US" sz="1100" dirty="0"/>
              <a:t>Deliver responses within 2 seconds to maintain a smooth and engaging user experience.</a:t>
            </a:r>
          </a:p>
          <a:p>
            <a:pPr marL="457200" lvl="0" indent="-298450" algn="l" rtl="0">
              <a:spcBef>
                <a:spcPts val="0"/>
              </a:spcBef>
              <a:spcAft>
                <a:spcPts val="0"/>
              </a:spcAft>
              <a:buSzPts val="1100"/>
              <a:buChar char="●"/>
            </a:pPr>
            <a:r>
              <a:rPr lang="en-US" sz="1100" dirty="0"/>
              <a:t>Adapt content dynamically to user preferences, ensuring relevance across different cultural, linguistic, and contextual settings.</a:t>
            </a:r>
          </a:p>
          <a:p>
            <a:pPr marL="457200" lvl="0" indent="-298450" algn="l" rtl="0">
              <a:spcBef>
                <a:spcPts val="0"/>
              </a:spcBef>
              <a:spcAft>
                <a:spcPts val="0"/>
              </a:spcAft>
              <a:buSzPts val="1100"/>
              <a:buChar char="●"/>
            </a:pPr>
            <a:r>
              <a:rPr lang="en-US" sz="1100" dirty="0"/>
              <a:t>Include a method for identifying and flagging potentially inappropriate or harmful recommendations for review.</a:t>
            </a:r>
          </a:p>
          <a:p>
            <a:pPr marL="457200" lvl="0" indent="-298450" algn="l" rtl="0">
              <a:spcBef>
                <a:spcPts val="0"/>
              </a:spcBef>
              <a:spcAft>
                <a:spcPts val="0"/>
              </a:spcAft>
              <a:buSzPts val="1100"/>
              <a:buChar char="●"/>
            </a:pPr>
            <a:r>
              <a:rPr lang="en-US" sz="1100" dirty="0"/>
              <a:t>Integrate a simple feedback mechanism to continuously improve content based on user input and validation outcomes.</a:t>
            </a:r>
          </a:p>
          <a:p>
            <a:pPr marL="0" lvl="0" indent="0" algn="l" rtl="0">
              <a:spcBef>
                <a:spcPts val="0"/>
              </a:spcBef>
              <a:spcAft>
                <a:spcPts val="0"/>
              </a:spcAft>
              <a:buNone/>
            </a:pPr>
            <a:r>
              <a:rPr lang="en-US" sz="1200" b="1" dirty="0"/>
              <a:t>Reminder:</a:t>
            </a:r>
          </a:p>
          <a:p>
            <a:pPr marL="0" lvl="0" indent="0" algn="l" rtl="0">
              <a:spcBef>
                <a:spcPts val="0"/>
              </a:spcBef>
              <a:spcAft>
                <a:spcPts val="0"/>
              </a:spcAft>
              <a:buNone/>
            </a:pPr>
            <a:r>
              <a:rPr lang="en-US" sz="1100" dirty="0"/>
              <a:t>All content must adhere to the highest standards of privacy, ethics, and scientific rigor. Use anonymized data only, and ensure outputs empower users to achieve balance, resilience, and well-being while maintaining trust and authenticity.</a:t>
            </a:r>
          </a:p>
        </p:txBody>
      </p:sp>
    </p:spTree>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3"/>
        <p:cNvGrpSpPr/>
        <p:nvPr/>
      </p:nvGrpSpPr>
      <p:grpSpPr>
        <a:xfrm>
          <a:off x="0" y="0"/>
          <a:ext cx="0" cy="0"/>
          <a:chOff x="0" y="0"/>
          <a:chExt cx="0" cy="0"/>
        </a:xfrm>
      </p:grpSpPr>
      <p:sp>
        <p:nvSpPr>
          <p:cNvPr id="244" name="Google Shape;244;p46"/>
          <p:cNvSpPr/>
          <p:nvPr/>
        </p:nvSpPr>
        <p:spPr>
          <a:xfrm>
            <a:off x="0" y="0"/>
            <a:ext cx="9206753" cy="292584"/>
          </a:xfrm>
          <a:prstGeom prst="roundRect">
            <a:avLst>
              <a:gd name="adj" fmla="val 2574"/>
            </a:avLst>
          </a:prstGeom>
          <a:solidFill>
            <a:srgbClr val="FCFCFC">
              <a:alpha val="0"/>
            </a:srgbClr>
          </a:solidFill>
          <a:ln w="9525" cap="flat" cmpd="sng">
            <a:solidFill>
              <a:srgbClr val="FCFCFC"/>
            </a:solidFill>
            <a:prstDash val="solid"/>
            <a:round/>
            <a:headEnd type="none" w="sm" len="sm"/>
            <a:tailEnd type="none" w="sm" len="sm"/>
          </a:ln>
        </p:spPr>
        <p:txBody>
          <a:bodyPr spcFirstLastPara="1" wrap="square" lIns="365750" tIns="365750" rIns="365750" bIns="365750" anchor="t" anchorCtr="0">
            <a:noAutofit/>
          </a:bodyPr>
          <a:lstStyle/>
          <a:p>
            <a:pPr marL="0" lvl="0" indent="0" algn="ctr" rtl="0">
              <a:spcBef>
                <a:spcPts val="0"/>
              </a:spcBef>
              <a:spcAft>
                <a:spcPts val="0"/>
              </a:spcAft>
              <a:buNone/>
            </a:pPr>
            <a:r>
              <a:rPr lang="en" dirty="0">
                <a:solidFill>
                  <a:schemeClr val="bg2"/>
                </a:solidFill>
                <a:latin typeface="Poppins SemiBold"/>
                <a:ea typeface="Poppins SemiBold"/>
                <a:cs typeface="Poppins SemiBold"/>
                <a:sym typeface="Poppins SemiBold"/>
              </a:rPr>
              <a:t>Risks &amp; Mitigations - 1</a:t>
            </a:r>
            <a:endParaRPr dirty="0">
              <a:solidFill>
                <a:schemeClr val="bg2"/>
              </a:solidFill>
              <a:latin typeface="Poppins SemiBold"/>
              <a:ea typeface="Poppins SemiBold"/>
              <a:cs typeface="Poppins SemiBold"/>
              <a:sym typeface="Poppins SemiBold"/>
            </a:endParaRPr>
          </a:p>
          <a:p>
            <a:pPr marL="0" lvl="0" indent="0" algn="ctr" rtl="0">
              <a:lnSpc>
                <a:spcPct val="115000"/>
              </a:lnSpc>
              <a:spcBef>
                <a:spcPts val="0"/>
              </a:spcBef>
              <a:spcAft>
                <a:spcPts val="0"/>
              </a:spcAft>
              <a:buNone/>
            </a:pPr>
            <a:endParaRPr dirty="0">
              <a:solidFill>
                <a:schemeClr val="bg2"/>
              </a:solidFill>
              <a:latin typeface="Lato"/>
              <a:ea typeface="Lato"/>
              <a:cs typeface="Lato"/>
              <a:sym typeface="Lato"/>
            </a:endParaRPr>
          </a:p>
        </p:txBody>
      </p:sp>
      <p:graphicFrame>
        <p:nvGraphicFramePr>
          <p:cNvPr id="245" name="Google Shape;245;p46"/>
          <p:cNvGraphicFramePr/>
          <p:nvPr>
            <p:extLst>
              <p:ext uri="{D42A27DB-BD31-4B8C-83A1-F6EECF244321}">
                <p14:modId xmlns:p14="http://schemas.microsoft.com/office/powerpoint/2010/main" val="1003011822"/>
              </p:ext>
            </p:extLst>
          </p:nvPr>
        </p:nvGraphicFramePr>
        <p:xfrm>
          <a:off x="0" y="425130"/>
          <a:ext cx="9143999" cy="4635915"/>
        </p:xfrm>
        <a:graphic>
          <a:graphicData uri="http://schemas.openxmlformats.org/drawingml/2006/table">
            <a:tbl>
              <a:tblPr>
                <a:noFill/>
                <a:tableStyleId>{FEA93679-BD32-492D-B738-9BDA066AF662}</a:tableStyleId>
              </a:tblPr>
              <a:tblGrid>
                <a:gridCol w="656813">
                  <a:extLst>
                    <a:ext uri="{9D8B030D-6E8A-4147-A177-3AD203B41FA5}">
                      <a16:colId xmlns:a16="http://schemas.microsoft.com/office/drawing/2014/main" val="20000"/>
                    </a:ext>
                  </a:extLst>
                </a:gridCol>
                <a:gridCol w="2337292">
                  <a:extLst>
                    <a:ext uri="{9D8B030D-6E8A-4147-A177-3AD203B41FA5}">
                      <a16:colId xmlns:a16="http://schemas.microsoft.com/office/drawing/2014/main" val="20001"/>
                    </a:ext>
                  </a:extLst>
                </a:gridCol>
                <a:gridCol w="1120695">
                  <a:extLst>
                    <a:ext uri="{9D8B030D-6E8A-4147-A177-3AD203B41FA5}">
                      <a16:colId xmlns:a16="http://schemas.microsoft.com/office/drawing/2014/main" val="20002"/>
                    </a:ext>
                  </a:extLst>
                </a:gridCol>
                <a:gridCol w="3496235">
                  <a:extLst>
                    <a:ext uri="{9D8B030D-6E8A-4147-A177-3AD203B41FA5}">
                      <a16:colId xmlns:a16="http://schemas.microsoft.com/office/drawing/2014/main" val="20003"/>
                    </a:ext>
                  </a:extLst>
                </a:gridCol>
                <a:gridCol w="1532964">
                  <a:extLst>
                    <a:ext uri="{9D8B030D-6E8A-4147-A177-3AD203B41FA5}">
                      <a16:colId xmlns:a16="http://schemas.microsoft.com/office/drawing/2014/main" val="20004"/>
                    </a:ext>
                  </a:extLst>
                </a:gridCol>
              </a:tblGrid>
              <a:tr h="295925">
                <a:tc>
                  <a:txBody>
                    <a:bodyPr/>
                    <a:lstStyle/>
                    <a:p>
                      <a:pPr marL="0" lvl="0" indent="0" algn="ctr" rtl="0">
                        <a:lnSpc>
                          <a:spcPct val="115000"/>
                        </a:lnSpc>
                        <a:spcBef>
                          <a:spcPts val="0"/>
                        </a:spcBef>
                        <a:spcAft>
                          <a:spcPts val="0"/>
                        </a:spcAft>
                        <a:buNone/>
                      </a:pPr>
                      <a:r>
                        <a:rPr lang="en" sz="800" b="1">
                          <a:solidFill>
                            <a:schemeClr val="lt1"/>
                          </a:solidFill>
                        </a:rPr>
                        <a:t>Risk Title</a:t>
                      </a:r>
                      <a:endParaRPr sz="800" b="1">
                        <a:solidFill>
                          <a:schemeClr val="lt1"/>
                        </a:solidFill>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dk2"/>
                    </a:solidFill>
                  </a:tcPr>
                </a:tc>
                <a:tc>
                  <a:txBody>
                    <a:bodyPr/>
                    <a:lstStyle/>
                    <a:p>
                      <a:pPr marL="0" lvl="0" indent="0" algn="ctr" rtl="0">
                        <a:lnSpc>
                          <a:spcPct val="115000"/>
                        </a:lnSpc>
                        <a:spcBef>
                          <a:spcPts val="0"/>
                        </a:spcBef>
                        <a:spcAft>
                          <a:spcPts val="0"/>
                        </a:spcAft>
                        <a:buNone/>
                      </a:pPr>
                      <a:r>
                        <a:rPr lang="en" sz="800" b="1">
                          <a:solidFill>
                            <a:schemeClr val="lt1"/>
                          </a:solidFill>
                        </a:rPr>
                        <a:t>Risk</a:t>
                      </a:r>
                      <a:endParaRPr sz="800" b="1">
                        <a:solidFill>
                          <a:schemeClr val="lt1"/>
                        </a:solidFill>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dk2"/>
                    </a:solidFill>
                  </a:tcPr>
                </a:tc>
                <a:tc>
                  <a:txBody>
                    <a:bodyPr/>
                    <a:lstStyle/>
                    <a:p>
                      <a:pPr marL="0" lvl="0" indent="0" algn="ctr" rtl="0">
                        <a:lnSpc>
                          <a:spcPct val="115000"/>
                        </a:lnSpc>
                        <a:spcBef>
                          <a:spcPts val="0"/>
                        </a:spcBef>
                        <a:spcAft>
                          <a:spcPts val="0"/>
                        </a:spcAft>
                        <a:buNone/>
                      </a:pPr>
                      <a:r>
                        <a:rPr lang="en" sz="800" b="1">
                          <a:solidFill>
                            <a:schemeClr val="lt1"/>
                          </a:solidFill>
                        </a:rPr>
                        <a:t>Impact</a:t>
                      </a:r>
                      <a:endParaRPr sz="800" b="1">
                        <a:solidFill>
                          <a:schemeClr val="lt1"/>
                        </a:solidFill>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dk2"/>
                    </a:solidFill>
                  </a:tcPr>
                </a:tc>
                <a:tc>
                  <a:txBody>
                    <a:bodyPr/>
                    <a:lstStyle/>
                    <a:p>
                      <a:pPr marL="0" lvl="0" indent="0" algn="ctr" rtl="0">
                        <a:lnSpc>
                          <a:spcPct val="115000"/>
                        </a:lnSpc>
                        <a:spcBef>
                          <a:spcPts val="0"/>
                        </a:spcBef>
                        <a:spcAft>
                          <a:spcPts val="0"/>
                        </a:spcAft>
                        <a:buNone/>
                      </a:pPr>
                      <a:r>
                        <a:rPr lang="en" sz="800" b="1" dirty="0">
                          <a:solidFill>
                            <a:schemeClr val="lt1"/>
                          </a:solidFill>
                        </a:rPr>
                        <a:t>Mitigation Strategies</a:t>
                      </a:r>
                      <a:endParaRPr sz="800" b="1" dirty="0">
                        <a:solidFill>
                          <a:schemeClr val="lt1"/>
                        </a:solidFill>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dk2"/>
                    </a:solidFill>
                  </a:tcPr>
                </a:tc>
                <a:tc>
                  <a:txBody>
                    <a:bodyPr/>
                    <a:lstStyle/>
                    <a:p>
                      <a:pPr marL="0" lvl="0" indent="0" algn="ctr" rtl="0">
                        <a:lnSpc>
                          <a:spcPct val="115000"/>
                        </a:lnSpc>
                        <a:spcBef>
                          <a:spcPts val="0"/>
                        </a:spcBef>
                        <a:spcAft>
                          <a:spcPts val="0"/>
                        </a:spcAft>
                        <a:buNone/>
                      </a:pPr>
                      <a:r>
                        <a:rPr lang="en" sz="800" b="1" dirty="0">
                          <a:solidFill>
                            <a:schemeClr val="lt1"/>
                          </a:solidFill>
                        </a:rPr>
                        <a:t>Rationale</a:t>
                      </a:r>
                      <a:endParaRPr sz="800" b="1" dirty="0">
                        <a:solidFill>
                          <a:schemeClr val="lt1"/>
                        </a:solidFill>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1273875">
                <a:tc>
                  <a:txBody>
                    <a:bodyPr/>
                    <a:lstStyle/>
                    <a:p>
                      <a:pPr marL="0" lvl="0" indent="0" algn="l" rtl="0">
                        <a:spcBef>
                          <a:spcPts val="0"/>
                        </a:spcBef>
                        <a:spcAft>
                          <a:spcPts val="0"/>
                        </a:spcAft>
                        <a:buNone/>
                      </a:pPr>
                      <a:r>
                        <a:rPr lang="en" sz="800" b="1"/>
                        <a:t>Biases in Data</a:t>
                      </a:r>
                      <a:endParaRPr sz="800" b="1"/>
                    </a:p>
                  </a:txBody>
                  <a:tcPr marL="91425" marR="91425" marT="91425" marB="91425">
                    <a:lnT w="9525" cap="flat" cmpd="sng">
                      <a:solidFill>
                        <a:schemeClr val="dk2"/>
                      </a:solidFill>
                      <a:prstDash val="solid"/>
                      <a:round/>
                      <a:headEnd type="none" w="sm" len="sm"/>
                      <a:tailEnd type="none" w="sm" len="sm"/>
                    </a:lnT>
                  </a:tcPr>
                </a:tc>
                <a:tc>
                  <a:txBody>
                    <a:bodyPr/>
                    <a:lstStyle/>
                    <a:p>
                      <a:pPr marL="0" lvl="0" indent="0" algn="l" rtl="0">
                        <a:spcBef>
                          <a:spcPts val="0"/>
                        </a:spcBef>
                        <a:spcAft>
                          <a:spcPts val="0"/>
                        </a:spcAft>
                        <a:buNone/>
                      </a:pPr>
                      <a:r>
                        <a:rPr lang="en" sz="1100" dirty="0"/>
                        <a:t>Training data may include biases that misalign with users’ diverse cultural, linguistic, or social contexts.</a:t>
                      </a:r>
                      <a:endParaRPr sz="1100" dirty="0"/>
                    </a:p>
                  </a:txBody>
                  <a:tcPr marL="91425" marR="91425" marT="91425" marB="91425">
                    <a:lnT w="9525" cap="flat" cmpd="sng">
                      <a:solidFill>
                        <a:schemeClr val="dk2"/>
                      </a:solidFill>
                      <a:prstDash val="solid"/>
                      <a:round/>
                      <a:headEnd type="none" w="sm" len="sm"/>
                      <a:tailEnd type="none" w="sm" len="sm"/>
                    </a:lnT>
                  </a:tcPr>
                </a:tc>
                <a:tc>
                  <a:txBody>
                    <a:bodyPr/>
                    <a:lstStyle/>
                    <a:p>
                      <a:pPr marL="0" lvl="0" indent="0" algn="l" rtl="0">
                        <a:spcBef>
                          <a:spcPts val="0"/>
                        </a:spcBef>
                        <a:spcAft>
                          <a:spcPts val="0"/>
                        </a:spcAft>
                        <a:buNone/>
                      </a:pPr>
                      <a:r>
                        <a:rPr lang="en" sz="1100"/>
                        <a:t>Reduces trust, inclusivity, and relevance of AI outputs.</a:t>
                      </a:r>
                      <a:endParaRPr sz="1100"/>
                    </a:p>
                  </a:txBody>
                  <a:tcPr marL="91425" marR="91425" marT="91425" marB="91425">
                    <a:lnT w="9525" cap="flat" cmpd="sng">
                      <a:solidFill>
                        <a:schemeClr val="dk2"/>
                      </a:solidFill>
                      <a:prstDash val="solid"/>
                      <a:round/>
                      <a:headEnd type="none" w="sm" len="sm"/>
                      <a:tailEnd type="none" w="sm" len="sm"/>
                    </a:lnT>
                  </a:tcPr>
                </a:tc>
                <a:tc>
                  <a:txBody>
                    <a:bodyPr/>
                    <a:lstStyle/>
                    <a:p>
                      <a:pPr marL="0" lvl="0" indent="0" algn="l" rtl="0">
                        <a:spcBef>
                          <a:spcPts val="0"/>
                        </a:spcBef>
                        <a:spcAft>
                          <a:spcPts val="0"/>
                        </a:spcAft>
                        <a:buNone/>
                      </a:pPr>
                      <a:r>
                        <a:rPr lang="en" sz="1100" dirty="0"/>
                        <a:t>1. Diverse Dataset Curation: Use training data from global populations.</a:t>
                      </a:r>
                      <a:endParaRPr sz="1100" dirty="0"/>
                    </a:p>
                    <a:p>
                      <a:pPr marL="0" lvl="0" indent="0" algn="l" rtl="0">
                        <a:spcBef>
                          <a:spcPts val="0"/>
                        </a:spcBef>
                        <a:spcAft>
                          <a:spcPts val="0"/>
                        </a:spcAft>
                        <a:buNone/>
                      </a:pPr>
                      <a:r>
                        <a:rPr lang="en" sz="1100" dirty="0"/>
                        <a:t>2. Bias Detection Tools: Identify and mitigate biases.</a:t>
                      </a:r>
                      <a:endParaRPr sz="1100" dirty="0"/>
                    </a:p>
                    <a:p>
                      <a:pPr marL="0" lvl="0" indent="0" algn="l" rtl="0">
                        <a:spcBef>
                          <a:spcPts val="0"/>
                        </a:spcBef>
                        <a:spcAft>
                          <a:spcPts val="0"/>
                        </a:spcAft>
                        <a:buNone/>
                      </a:pPr>
                      <a:r>
                        <a:rPr lang="en" sz="1100" dirty="0"/>
                        <a:t>3. Inclusive Testing: Include diverse user testers.</a:t>
                      </a:r>
                      <a:endParaRPr sz="1100" dirty="0"/>
                    </a:p>
                    <a:p>
                      <a:pPr marL="0" lvl="0" indent="0" algn="l" rtl="0">
                        <a:spcBef>
                          <a:spcPts val="0"/>
                        </a:spcBef>
                        <a:spcAft>
                          <a:spcPts val="0"/>
                        </a:spcAft>
                        <a:buNone/>
                      </a:pPr>
                      <a:r>
                        <a:rPr lang="en" sz="1100" dirty="0"/>
                        <a:t>4. Continuous Monitoring: Audit AI outputs regularly.</a:t>
                      </a:r>
                      <a:endParaRPr sz="1100" dirty="0"/>
                    </a:p>
                  </a:txBody>
                  <a:tcPr marL="91425" marR="91425" marT="91425" marB="91425">
                    <a:lnT w="9525" cap="flat" cmpd="sng">
                      <a:solidFill>
                        <a:schemeClr val="dk2"/>
                      </a:solidFill>
                      <a:prstDash val="solid"/>
                      <a:round/>
                      <a:headEnd type="none" w="sm" len="sm"/>
                      <a:tailEnd type="none" w="sm" len="sm"/>
                    </a:lnT>
                  </a:tcPr>
                </a:tc>
                <a:tc>
                  <a:txBody>
                    <a:bodyPr/>
                    <a:lstStyle/>
                    <a:p>
                      <a:pPr marL="0" lvl="0" indent="0" algn="l" rtl="0">
                        <a:spcBef>
                          <a:spcPts val="0"/>
                        </a:spcBef>
                        <a:spcAft>
                          <a:spcPts val="0"/>
                        </a:spcAft>
                        <a:buNone/>
                      </a:pPr>
                      <a:r>
                        <a:rPr lang="en" sz="1100" dirty="0"/>
                        <a:t>Ensures inclusivity and relevance of recommendations, fostering user trust and engagement.</a:t>
                      </a:r>
                      <a:endParaRPr sz="1100" dirty="0"/>
                    </a:p>
                  </a:txBody>
                  <a:tcPr marL="91425" marR="91425" marT="91425" marB="91425">
                    <a:lnT w="9525" cap="flat" cmpd="sng">
                      <a:solidFill>
                        <a:schemeClr val="dk2"/>
                      </a:solidFill>
                      <a:prstDash val="solid"/>
                      <a:round/>
                      <a:headEnd type="none" w="sm" len="sm"/>
                      <a:tailEnd type="none" w="sm" len="sm"/>
                    </a:lnT>
                  </a:tcPr>
                </a:tc>
                <a:extLst>
                  <a:ext uri="{0D108BD9-81ED-4DB2-BD59-A6C34878D82A}">
                    <a16:rowId xmlns:a16="http://schemas.microsoft.com/office/drawing/2014/main" val="10001"/>
                  </a:ext>
                </a:extLst>
              </a:tr>
              <a:tr h="1526950">
                <a:tc>
                  <a:txBody>
                    <a:bodyPr/>
                    <a:lstStyle/>
                    <a:p>
                      <a:pPr marL="0" lvl="0" indent="0" algn="l" rtl="0">
                        <a:spcBef>
                          <a:spcPts val="0"/>
                        </a:spcBef>
                        <a:spcAft>
                          <a:spcPts val="0"/>
                        </a:spcAft>
                        <a:buNone/>
                      </a:pPr>
                      <a:r>
                        <a:rPr lang="en" sz="800" b="1"/>
                        <a:t>Ethical Concerns</a:t>
                      </a:r>
                      <a:endParaRPr sz="800" b="1"/>
                    </a:p>
                  </a:txBody>
                  <a:tcPr marL="91425" marR="91425" marT="91425" marB="91425"/>
                </a:tc>
                <a:tc>
                  <a:txBody>
                    <a:bodyPr/>
                    <a:lstStyle/>
                    <a:p>
                      <a:pPr marL="0" lvl="0" indent="0" algn="l" rtl="0">
                        <a:spcBef>
                          <a:spcPts val="0"/>
                        </a:spcBef>
                        <a:spcAft>
                          <a:spcPts val="0"/>
                        </a:spcAft>
                        <a:buNone/>
                      </a:pPr>
                      <a:r>
                        <a:rPr lang="en" sz="1100"/>
                        <a:t>Misuse of sensitive user data or outputs, leading to privacy violations or unethical recommendations.</a:t>
                      </a:r>
                      <a:endParaRPr sz="1100"/>
                    </a:p>
                  </a:txBody>
                  <a:tcPr marL="91425" marR="91425" marT="91425" marB="91425"/>
                </a:tc>
                <a:tc>
                  <a:txBody>
                    <a:bodyPr/>
                    <a:lstStyle/>
                    <a:p>
                      <a:pPr marL="0" lvl="0" indent="0" algn="l" rtl="0">
                        <a:spcBef>
                          <a:spcPts val="0"/>
                        </a:spcBef>
                        <a:spcAft>
                          <a:spcPts val="0"/>
                        </a:spcAft>
                        <a:buNone/>
                      </a:pPr>
                      <a:r>
                        <a:rPr lang="en" sz="1100"/>
                        <a:t>Loss of user trust and non-compliance with global regulations.</a:t>
                      </a:r>
                      <a:endParaRPr sz="1100"/>
                    </a:p>
                  </a:txBody>
                  <a:tcPr marL="91425" marR="91425" marT="91425" marB="91425"/>
                </a:tc>
                <a:tc>
                  <a:txBody>
                    <a:bodyPr/>
                    <a:lstStyle/>
                    <a:p>
                      <a:pPr marL="0" lvl="0" indent="0" algn="l" rtl="0">
                        <a:spcBef>
                          <a:spcPts val="0"/>
                        </a:spcBef>
                        <a:spcAft>
                          <a:spcPts val="0"/>
                        </a:spcAft>
                        <a:buNone/>
                      </a:pPr>
                      <a:r>
                        <a:rPr lang="en" sz="1100"/>
                        <a:t>1. Data Privacy Standards: Adhere to GDPR, HIPAA, and other regulations.</a:t>
                      </a:r>
                      <a:endParaRPr sz="1100"/>
                    </a:p>
                    <a:p>
                      <a:pPr marL="0" lvl="0" indent="0" algn="l" rtl="0">
                        <a:spcBef>
                          <a:spcPts val="0"/>
                        </a:spcBef>
                        <a:spcAft>
                          <a:spcPts val="0"/>
                        </a:spcAft>
                        <a:buNone/>
                      </a:pPr>
                      <a:r>
                        <a:rPr lang="en" sz="1100"/>
                        <a:t>2. Anonymization: Anonymize all user data.</a:t>
                      </a:r>
                      <a:endParaRPr sz="1100"/>
                    </a:p>
                    <a:p>
                      <a:pPr marL="0" lvl="0" indent="0" algn="l" rtl="0">
                        <a:spcBef>
                          <a:spcPts val="0"/>
                        </a:spcBef>
                        <a:spcAft>
                          <a:spcPts val="0"/>
                        </a:spcAft>
                        <a:buNone/>
                      </a:pPr>
                      <a:r>
                        <a:rPr lang="en" sz="1100"/>
                        <a:t>3. Ethics Review Board: Review AI decisions for ethical alignment.</a:t>
                      </a:r>
                      <a:endParaRPr sz="1100"/>
                    </a:p>
                    <a:p>
                      <a:pPr marL="0" lvl="0" indent="0" algn="l" rtl="0">
                        <a:spcBef>
                          <a:spcPts val="0"/>
                        </a:spcBef>
                        <a:spcAft>
                          <a:spcPts val="0"/>
                        </a:spcAft>
                        <a:buNone/>
                      </a:pPr>
                      <a:r>
                        <a:rPr lang="en" sz="1100"/>
                        <a:t>4. Transparency Mechanisms: Provide clear data usage information.</a:t>
                      </a:r>
                      <a:endParaRPr sz="1100"/>
                    </a:p>
                  </a:txBody>
                  <a:tcPr marL="91425" marR="91425" marT="91425" marB="91425"/>
                </a:tc>
                <a:tc>
                  <a:txBody>
                    <a:bodyPr/>
                    <a:lstStyle/>
                    <a:p>
                      <a:pPr marL="0" lvl="0" indent="0" algn="l" rtl="0">
                        <a:spcBef>
                          <a:spcPts val="0"/>
                        </a:spcBef>
                        <a:spcAft>
                          <a:spcPts val="0"/>
                        </a:spcAft>
                        <a:buNone/>
                      </a:pPr>
                      <a:r>
                        <a:rPr lang="en" sz="1100"/>
                        <a:t>Builds user trust and ensures compliance with ethical and legal standards, aligning with organizational values.</a:t>
                      </a:r>
                      <a:endParaRPr sz="1100"/>
                    </a:p>
                  </a:txBody>
                  <a:tcPr marL="91425" marR="91425" marT="91425" marB="91425"/>
                </a:tc>
                <a:extLst>
                  <a:ext uri="{0D108BD9-81ED-4DB2-BD59-A6C34878D82A}">
                    <a16:rowId xmlns:a16="http://schemas.microsoft.com/office/drawing/2014/main" val="10002"/>
                  </a:ext>
                </a:extLst>
              </a:tr>
              <a:tr h="1475275">
                <a:tc>
                  <a:txBody>
                    <a:bodyPr/>
                    <a:lstStyle/>
                    <a:p>
                      <a:pPr marL="0" lvl="0" indent="0" algn="l" rtl="0">
                        <a:spcBef>
                          <a:spcPts val="0"/>
                        </a:spcBef>
                        <a:spcAft>
                          <a:spcPts val="0"/>
                        </a:spcAft>
                        <a:buNone/>
                      </a:pPr>
                      <a:r>
                        <a:rPr lang="en" sz="800" b="1"/>
                        <a:t>User Engagement Risks</a:t>
                      </a:r>
                      <a:endParaRPr sz="800" b="1"/>
                    </a:p>
                  </a:txBody>
                  <a:tcPr marL="91425" marR="91425" marT="91425" marB="91425"/>
                </a:tc>
                <a:tc>
                  <a:txBody>
                    <a:bodyPr/>
                    <a:lstStyle/>
                    <a:p>
                      <a:pPr marL="0" lvl="0" indent="0" algn="l" rtl="0">
                        <a:spcBef>
                          <a:spcPts val="0"/>
                        </a:spcBef>
                        <a:spcAft>
                          <a:spcPts val="0"/>
                        </a:spcAft>
                        <a:buNone/>
                      </a:pPr>
                      <a:r>
                        <a:rPr lang="en" sz="1100" dirty="0"/>
                        <a:t>Users may find AI recommendations impersonal or irrelevant, leading to reduced engagement.</a:t>
                      </a:r>
                      <a:endParaRPr sz="1100" dirty="0"/>
                    </a:p>
                  </a:txBody>
                  <a:tcPr marL="91425" marR="91425" marT="91425" marB="91425"/>
                </a:tc>
                <a:tc>
                  <a:txBody>
                    <a:bodyPr/>
                    <a:lstStyle/>
                    <a:p>
                      <a:pPr marL="0" lvl="0" indent="0" algn="l" rtl="0">
                        <a:spcBef>
                          <a:spcPts val="0"/>
                        </a:spcBef>
                        <a:spcAft>
                          <a:spcPts val="0"/>
                        </a:spcAft>
                        <a:buNone/>
                      </a:pPr>
                      <a:r>
                        <a:rPr lang="en" sz="1100" dirty="0"/>
                        <a:t>Lower adoption rates and missed revenue opportunities.</a:t>
                      </a:r>
                      <a:endParaRPr sz="1100" dirty="0"/>
                    </a:p>
                  </a:txBody>
                  <a:tcPr marL="91425" marR="91425" marT="91425" marB="91425"/>
                </a:tc>
                <a:tc>
                  <a:txBody>
                    <a:bodyPr/>
                    <a:lstStyle/>
                    <a:p>
                      <a:pPr marL="0" lvl="0" indent="0" algn="l" rtl="0">
                        <a:spcBef>
                          <a:spcPts val="0"/>
                        </a:spcBef>
                        <a:spcAft>
                          <a:spcPts val="0"/>
                        </a:spcAft>
                        <a:buNone/>
                      </a:pPr>
                      <a:r>
                        <a:rPr lang="en" sz="1100" dirty="0"/>
                        <a:t>1. Personalization: Use engagement history and feedback loops.</a:t>
                      </a:r>
                      <a:endParaRPr sz="1100" dirty="0"/>
                    </a:p>
                    <a:p>
                      <a:pPr marL="0" lvl="0" indent="0" algn="l" rtl="0">
                        <a:spcBef>
                          <a:spcPts val="0"/>
                        </a:spcBef>
                        <a:spcAft>
                          <a:spcPts val="0"/>
                        </a:spcAft>
                        <a:buNone/>
                      </a:pPr>
                      <a:r>
                        <a:rPr lang="en" sz="1100" dirty="0"/>
                        <a:t>2. Feedback Integration: Integrate user feedback into updates.</a:t>
                      </a:r>
                      <a:endParaRPr sz="1100" dirty="0"/>
                    </a:p>
                    <a:p>
                      <a:pPr marL="0" lvl="0" indent="0" algn="l" rtl="0">
                        <a:spcBef>
                          <a:spcPts val="0"/>
                        </a:spcBef>
                        <a:spcAft>
                          <a:spcPts val="0"/>
                        </a:spcAft>
                        <a:buNone/>
                      </a:pPr>
                      <a:r>
                        <a:rPr lang="en" sz="1100" dirty="0"/>
                        <a:t>3. Human-in-the-Loop Validation: Ensure quality and relevance.</a:t>
                      </a:r>
                      <a:endParaRPr sz="1100" dirty="0"/>
                    </a:p>
                    <a:p>
                      <a:pPr marL="0" lvl="0" indent="0" algn="l" rtl="0">
                        <a:spcBef>
                          <a:spcPts val="0"/>
                        </a:spcBef>
                        <a:spcAft>
                          <a:spcPts val="0"/>
                        </a:spcAft>
                        <a:buNone/>
                      </a:pPr>
                      <a:r>
                        <a:rPr lang="en" sz="1100" dirty="0"/>
                        <a:t>4. Iterative Updates: Regularly release improvements.</a:t>
                      </a:r>
                      <a:endParaRPr sz="1100" dirty="0"/>
                    </a:p>
                  </a:txBody>
                  <a:tcPr marL="91425" marR="91425" marT="91425" marB="91425"/>
                </a:tc>
                <a:tc>
                  <a:txBody>
                    <a:bodyPr/>
                    <a:lstStyle/>
                    <a:p>
                      <a:pPr marL="0" lvl="0" indent="0" algn="l" rtl="0">
                        <a:spcBef>
                          <a:spcPts val="0"/>
                        </a:spcBef>
                        <a:spcAft>
                          <a:spcPts val="0"/>
                        </a:spcAft>
                        <a:buNone/>
                      </a:pPr>
                      <a:r>
                        <a:rPr lang="en" sz="1100" dirty="0"/>
                        <a:t>Enhances user satisfaction and retention by ensuring relevant and impactful AI recommendations.</a:t>
                      </a:r>
                      <a:endParaRPr sz="1100" dirty="0"/>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graphicFrame>
        <p:nvGraphicFramePr>
          <p:cNvPr id="250" name="Google Shape;250;p47"/>
          <p:cNvGraphicFramePr/>
          <p:nvPr>
            <p:extLst>
              <p:ext uri="{D42A27DB-BD31-4B8C-83A1-F6EECF244321}">
                <p14:modId xmlns:p14="http://schemas.microsoft.com/office/powerpoint/2010/main" val="1338909846"/>
              </p:ext>
            </p:extLst>
          </p:nvPr>
        </p:nvGraphicFramePr>
        <p:xfrm>
          <a:off x="195612" y="358588"/>
          <a:ext cx="8752775" cy="4698588"/>
        </p:xfrm>
        <a:graphic>
          <a:graphicData uri="http://schemas.openxmlformats.org/drawingml/2006/table">
            <a:tbl>
              <a:tblPr>
                <a:noFill/>
                <a:tableStyleId>{FEA93679-BD32-492D-B738-9BDA066AF662}</a:tableStyleId>
              </a:tblPr>
              <a:tblGrid>
                <a:gridCol w="795325">
                  <a:extLst>
                    <a:ext uri="{9D8B030D-6E8A-4147-A177-3AD203B41FA5}">
                      <a16:colId xmlns:a16="http://schemas.microsoft.com/office/drawing/2014/main" val="20000"/>
                    </a:ext>
                  </a:extLst>
                </a:gridCol>
                <a:gridCol w="1716404">
                  <a:extLst>
                    <a:ext uri="{9D8B030D-6E8A-4147-A177-3AD203B41FA5}">
                      <a16:colId xmlns:a16="http://schemas.microsoft.com/office/drawing/2014/main" val="20001"/>
                    </a:ext>
                  </a:extLst>
                </a:gridCol>
                <a:gridCol w="1497106">
                  <a:extLst>
                    <a:ext uri="{9D8B030D-6E8A-4147-A177-3AD203B41FA5}">
                      <a16:colId xmlns:a16="http://schemas.microsoft.com/office/drawing/2014/main" val="20002"/>
                    </a:ext>
                  </a:extLst>
                </a:gridCol>
                <a:gridCol w="3342140">
                  <a:extLst>
                    <a:ext uri="{9D8B030D-6E8A-4147-A177-3AD203B41FA5}">
                      <a16:colId xmlns:a16="http://schemas.microsoft.com/office/drawing/2014/main" val="20003"/>
                    </a:ext>
                  </a:extLst>
                </a:gridCol>
                <a:gridCol w="1401800">
                  <a:extLst>
                    <a:ext uri="{9D8B030D-6E8A-4147-A177-3AD203B41FA5}">
                      <a16:colId xmlns:a16="http://schemas.microsoft.com/office/drawing/2014/main" val="20004"/>
                    </a:ext>
                  </a:extLst>
                </a:gridCol>
              </a:tblGrid>
              <a:tr h="251725">
                <a:tc>
                  <a:txBody>
                    <a:bodyPr/>
                    <a:lstStyle/>
                    <a:p>
                      <a:pPr marL="0" lvl="0" indent="0" algn="ctr" rtl="0">
                        <a:lnSpc>
                          <a:spcPct val="115000"/>
                        </a:lnSpc>
                        <a:spcBef>
                          <a:spcPts val="0"/>
                        </a:spcBef>
                        <a:spcAft>
                          <a:spcPts val="0"/>
                        </a:spcAft>
                        <a:buNone/>
                      </a:pPr>
                      <a:r>
                        <a:rPr lang="en" sz="800" b="1">
                          <a:solidFill>
                            <a:schemeClr val="lt1"/>
                          </a:solidFill>
                        </a:rPr>
                        <a:t>Risk Title</a:t>
                      </a:r>
                      <a:endParaRPr sz="800" b="1">
                        <a:solidFill>
                          <a:schemeClr val="lt1"/>
                        </a:solidFill>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dk2"/>
                    </a:solidFill>
                  </a:tcPr>
                </a:tc>
                <a:tc>
                  <a:txBody>
                    <a:bodyPr/>
                    <a:lstStyle/>
                    <a:p>
                      <a:pPr marL="0" lvl="0" indent="0" algn="ctr" rtl="0">
                        <a:lnSpc>
                          <a:spcPct val="115000"/>
                        </a:lnSpc>
                        <a:spcBef>
                          <a:spcPts val="0"/>
                        </a:spcBef>
                        <a:spcAft>
                          <a:spcPts val="0"/>
                        </a:spcAft>
                        <a:buNone/>
                      </a:pPr>
                      <a:r>
                        <a:rPr lang="en" sz="800" b="1">
                          <a:solidFill>
                            <a:schemeClr val="lt1"/>
                          </a:solidFill>
                        </a:rPr>
                        <a:t>Risk</a:t>
                      </a:r>
                      <a:endParaRPr sz="800" b="1">
                        <a:solidFill>
                          <a:schemeClr val="lt1"/>
                        </a:solidFill>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dk2"/>
                    </a:solidFill>
                  </a:tcPr>
                </a:tc>
                <a:tc>
                  <a:txBody>
                    <a:bodyPr/>
                    <a:lstStyle/>
                    <a:p>
                      <a:pPr marL="0" lvl="0" indent="0" algn="ctr" rtl="0">
                        <a:lnSpc>
                          <a:spcPct val="115000"/>
                        </a:lnSpc>
                        <a:spcBef>
                          <a:spcPts val="0"/>
                        </a:spcBef>
                        <a:spcAft>
                          <a:spcPts val="0"/>
                        </a:spcAft>
                        <a:buNone/>
                      </a:pPr>
                      <a:r>
                        <a:rPr lang="en" sz="800" b="1">
                          <a:solidFill>
                            <a:schemeClr val="lt1"/>
                          </a:solidFill>
                        </a:rPr>
                        <a:t>Impact</a:t>
                      </a:r>
                      <a:endParaRPr sz="800" b="1">
                        <a:solidFill>
                          <a:schemeClr val="lt1"/>
                        </a:solidFill>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dk2"/>
                    </a:solidFill>
                  </a:tcPr>
                </a:tc>
                <a:tc>
                  <a:txBody>
                    <a:bodyPr/>
                    <a:lstStyle/>
                    <a:p>
                      <a:pPr marL="0" lvl="0" indent="0" algn="ctr" rtl="0">
                        <a:lnSpc>
                          <a:spcPct val="115000"/>
                        </a:lnSpc>
                        <a:spcBef>
                          <a:spcPts val="0"/>
                        </a:spcBef>
                        <a:spcAft>
                          <a:spcPts val="0"/>
                        </a:spcAft>
                        <a:buNone/>
                      </a:pPr>
                      <a:r>
                        <a:rPr lang="en" sz="800" b="1">
                          <a:solidFill>
                            <a:schemeClr val="lt1"/>
                          </a:solidFill>
                        </a:rPr>
                        <a:t>Mitigation Strategies</a:t>
                      </a:r>
                      <a:endParaRPr sz="800" b="1">
                        <a:solidFill>
                          <a:schemeClr val="lt1"/>
                        </a:solidFill>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dk2"/>
                    </a:solidFill>
                  </a:tcPr>
                </a:tc>
                <a:tc>
                  <a:txBody>
                    <a:bodyPr/>
                    <a:lstStyle/>
                    <a:p>
                      <a:pPr marL="0" lvl="0" indent="0" algn="ctr" rtl="0">
                        <a:lnSpc>
                          <a:spcPct val="115000"/>
                        </a:lnSpc>
                        <a:spcBef>
                          <a:spcPts val="0"/>
                        </a:spcBef>
                        <a:spcAft>
                          <a:spcPts val="0"/>
                        </a:spcAft>
                        <a:buNone/>
                      </a:pPr>
                      <a:r>
                        <a:rPr lang="en" sz="800" b="1">
                          <a:solidFill>
                            <a:schemeClr val="lt1"/>
                          </a:solidFill>
                        </a:rPr>
                        <a:t>Rationale</a:t>
                      </a:r>
                      <a:endParaRPr sz="800" b="1">
                        <a:solidFill>
                          <a:schemeClr val="lt1"/>
                        </a:solidFill>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1554651">
                <a:tc>
                  <a:txBody>
                    <a:bodyPr/>
                    <a:lstStyle/>
                    <a:p>
                      <a:pPr marL="0" lvl="0" indent="0" algn="l" rtl="0">
                        <a:spcBef>
                          <a:spcPts val="0"/>
                        </a:spcBef>
                        <a:spcAft>
                          <a:spcPts val="0"/>
                        </a:spcAft>
                        <a:buNone/>
                      </a:pPr>
                      <a:r>
                        <a:rPr lang="en" sz="800" b="1"/>
                        <a:t>Technical Obstacles</a:t>
                      </a:r>
                      <a:endParaRPr sz="800" b="1"/>
                    </a:p>
                  </a:txBody>
                  <a:tcPr marL="91425" marR="91425" marT="91425" marB="91425">
                    <a:lnT w="9525" cap="flat" cmpd="sng">
                      <a:solidFill>
                        <a:schemeClr val="dk2"/>
                      </a:solidFill>
                      <a:prstDash val="solid"/>
                      <a:round/>
                      <a:headEnd type="none" w="sm" len="sm"/>
                      <a:tailEnd type="none" w="sm" len="sm"/>
                    </a:lnT>
                  </a:tcPr>
                </a:tc>
                <a:tc>
                  <a:txBody>
                    <a:bodyPr/>
                    <a:lstStyle/>
                    <a:p>
                      <a:pPr marL="0" lvl="0" indent="0" algn="l" rtl="0">
                        <a:spcBef>
                          <a:spcPts val="0"/>
                        </a:spcBef>
                        <a:spcAft>
                          <a:spcPts val="0"/>
                        </a:spcAft>
                        <a:buNone/>
                      </a:pPr>
                      <a:r>
                        <a:rPr lang="en" sz="1100" dirty="0"/>
                        <a:t>Scalability issues or technical limitations in handling high user loads, multi-lingual support, or content validation processes.</a:t>
                      </a:r>
                      <a:endParaRPr sz="1100" dirty="0"/>
                    </a:p>
                  </a:txBody>
                  <a:tcPr marL="91425" marR="91425" marT="91425" marB="91425">
                    <a:lnT w="9525" cap="flat" cmpd="sng">
                      <a:solidFill>
                        <a:schemeClr val="dk2"/>
                      </a:solidFill>
                      <a:prstDash val="solid"/>
                      <a:round/>
                      <a:headEnd type="none" w="sm" len="sm"/>
                      <a:tailEnd type="none" w="sm" len="sm"/>
                    </a:lnT>
                  </a:tcPr>
                </a:tc>
                <a:tc>
                  <a:txBody>
                    <a:bodyPr/>
                    <a:lstStyle/>
                    <a:p>
                      <a:pPr marL="0" lvl="0" indent="0" algn="l" rtl="0">
                        <a:spcBef>
                          <a:spcPts val="0"/>
                        </a:spcBef>
                        <a:spcAft>
                          <a:spcPts val="0"/>
                        </a:spcAft>
                        <a:buNone/>
                      </a:pPr>
                      <a:r>
                        <a:rPr lang="en" sz="1100" dirty="0"/>
                        <a:t>Degraded user experience or failure to meet global goals.</a:t>
                      </a:r>
                      <a:endParaRPr sz="1100" dirty="0"/>
                    </a:p>
                  </a:txBody>
                  <a:tcPr marL="91425" marR="91425" marT="91425" marB="91425">
                    <a:lnT w="9525" cap="flat" cmpd="sng">
                      <a:solidFill>
                        <a:schemeClr val="dk2"/>
                      </a:solidFill>
                      <a:prstDash val="solid"/>
                      <a:round/>
                      <a:headEnd type="none" w="sm" len="sm"/>
                      <a:tailEnd type="none" w="sm" len="sm"/>
                    </a:lnT>
                  </a:tcPr>
                </a:tc>
                <a:tc>
                  <a:txBody>
                    <a:bodyPr/>
                    <a:lstStyle/>
                    <a:p>
                      <a:pPr marL="0" lvl="0" indent="0" algn="l" rtl="0">
                        <a:spcBef>
                          <a:spcPts val="0"/>
                        </a:spcBef>
                        <a:spcAft>
                          <a:spcPts val="0"/>
                        </a:spcAft>
                        <a:buNone/>
                      </a:pPr>
                      <a:r>
                        <a:rPr lang="en" sz="1100" dirty="0"/>
                        <a:t>1. Scalable Infrastructure: Handle up to 10,000 concurrent users.</a:t>
                      </a:r>
                      <a:endParaRPr sz="1100" dirty="0"/>
                    </a:p>
                    <a:p>
                      <a:pPr marL="0" lvl="0" indent="0" algn="l" rtl="0">
                        <a:spcBef>
                          <a:spcPts val="0"/>
                        </a:spcBef>
                        <a:spcAft>
                          <a:spcPts val="0"/>
                        </a:spcAft>
                        <a:buNone/>
                      </a:pPr>
                      <a:r>
                        <a:rPr lang="en" sz="1100" dirty="0"/>
                        <a:t>2. Optimization: Use token-efficient prompts and batch-processing.</a:t>
                      </a:r>
                      <a:endParaRPr sz="1100" dirty="0"/>
                    </a:p>
                    <a:p>
                      <a:pPr marL="0" lvl="0" indent="0" algn="l" rtl="0">
                        <a:spcBef>
                          <a:spcPts val="0"/>
                        </a:spcBef>
                        <a:spcAft>
                          <a:spcPts val="0"/>
                        </a:spcAft>
                        <a:buNone/>
                      </a:pPr>
                      <a:r>
                        <a:rPr lang="en" sz="1100" dirty="0"/>
                        <a:t>3. Modular Deployment: Roll out features incrementally.</a:t>
                      </a:r>
                      <a:endParaRPr sz="1100" dirty="0"/>
                    </a:p>
                    <a:p>
                      <a:pPr marL="0" lvl="0" indent="0" algn="l" rtl="0">
                        <a:spcBef>
                          <a:spcPts val="0"/>
                        </a:spcBef>
                        <a:spcAft>
                          <a:spcPts val="0"/>
                        </a:spcAft>
                        <a:buNone/>
                      </a:pPr>
                      <a:r>
                        <a:rPr lang="en" sz="1100" dirty="0"/>
                        <a:t>4. Performance Monitoring: Optimize APIs continuously.</a:t>
                      </a:r>
                      <a:endParaRPr sz="1100" dirty="0"/>
                    </a:p>
                  </a:txBody>
                  <a:tcPr marL="91425" marR="91425" marT="91425" marB="91425">
                    <a:lnT w="9525" cap="flat" cmpd="sng">
                      <a:solidFill>
                        <a:schemeClr val="dk2"/>
                      </a:solidFill>
                      <a:prstDash val="solid"/>
                      <a:round/>
                      <a:headEnd type="none" w="sm" len="sm"/>
                      <a:tailEnd type="none" w="sm" len="sm"/>
                    </a:lnT>
                  </a:tcPr>
                </a:tc>
                <a:tc>
                  <a:txBody>
                    <a:bodyPr/>
                    <a:lstStyle/>
                    <a:p>
                      <a:pPr marL="0" lvl="0" indent="0" algn="l" rtl="0">
                        <a:spcBef>
                          <a:spcPts val="0"/>
                        </a:spcBef>
                        <a:spcAft>
                          <a:spcPts val="0"/>
                        </a:spcAft>
                        <a:buNone/>
                      </a:pPr>
                      <a:r>
                        <a:rPr lang="en" sz="1100" dirty="0"/>
                        <a:t>Maintains system reliability and user satisfaction during high traffic and feature expansion.</a:t>
                      </a:r>
                      <a:endParaRPr sz="1100" dirty="0"/>
                    </a:p>
                  </a:txBody>
                  <a:tcPr marL="91425" marR="91425" marT="91425" marB="91425">
                    <a:lnT w="9525" cap="flat" cmpd="sng">
                      <a:solidFill>
                        <a:schemeClr val="dk2"/>
                      </a:solidFill>
                      <a:prstDash val="solid"/>
                      <a:round/>
                      <a:headEnd type="none" w="sm" len="sm"/>
                      <a:tailEnd type="none" w="sm" len="sm"/>
                    </a:lnT>
                  </a:tcPr>
                </a:tc>
                <a:extLst>
                  <a:ext uri="{0D108BD9-81ED-4DB2-BD59-A6C34878D82A}">
                    <a16:rowId xmlns:a16="http://schemas.microsoft.com/office/drawing/2014/main" val="10001"/>
                  </a:ext>
                </a:extLst>
              </a:tr>
              <a:tr h="1308847">
                <a:tc>
                  <a:txBody>
                    <a:bodyPr/>
                    <a:lstStyle/>
                    <a:p>
                      <a:pPr marL="0" lvl="0" indent="0" algn="l" rtl="0">
                        <a:spcBef>
                          <a:spcPts val="0"/>
                        </a:spcBef>
                        <a:spcAft>
                          <a:spcPts val="0"/>
                        </a:spcAft>
                        <a:buNone/>
                      </a:pPr>
                      <a:r>
                        <a:rPr lang="en" sz="800" b="1"/>
                        <a:t>Data Usage and Security</a:t>
                      </a:r>
                      <a:endParaRPr sz="800" b="1"/>
                    </a:p>
                  </a:txBody>
                  <a:tcPr marL="91425" marR="91425" marT="91425" marB="91425"/>
                </a:tc>
                <a:tc>
                  <a:txBody>
                    <a:bodyPr/>
                    <a:lstStyle/>
                    <a:p>
                      <a:pPr marL="0" lvl="0" indent="0" algn="l" rtl="0">
                        <a:spcBef>
                          <a:spcPts val="0"/>
                        </a:spcBef>
                        <a:spcAft>
                          <a:spcPts val="0"/>
                        </a:spcAft>
                        <a:buNone/>
                      </a:pPr>
                      <a:r>
                        <a:rPr lang="en" sz="1100"/>
                        <a:t>Breach of sensitive user data due to cyberattacks or inadequate security protocols.</a:t>
                      </a:r>
                      <a:endParaRPr sz="1100"/>
                    </a:p>
                  </a:txBody>
                  <a:tcPr marL="91425" marR="91425" marT="91425" marB="91425"/>
                </a:tc>
                <a:tc>
                  <a:txBody>
                    <a:bodyPr/>
                    <a:lstStyle/>
                    <a:p>
                      <a:pPr marL="0" lvl="0" indent="0" algn="l" rtl="0">
                        <a:spcBef>
                          <a:spcPts val="0"/>
                        </a:spcBef>
                        <a:spcAft>
                          <a:spcPts val="0"/>
                        </a:spcAft>
                        <a:buNone/>
                      </a:pPr>
                      <a:r>
                        <a:rPr lang="en" sz="1100" dirty="0"/>
                        <a:t>Legal penalties, reputational damage, and user attrition.</a:t>
                      </a:r>
                      <a:endParaRPr sz="1100" dirty="0"/>
                    </a:p>
                  </a:txBody>
                  <a:tcPr marL="91425" marR="91425" marT="91425" marB="91425"/>
                </a:tc>
                <a:tc>
                  <a:txBody>
                    <a:bodyPr/>
                    <a:lstStyle/>
                    <a:p>
                      <a:pPr marL="0" lvl="0" indent="0" algn="l" rtl="0">
                        <a:spcBef>
                          <a:spcPts val="0"/>
                        </a:spcBef>
                        <a:spcAft>
                          <a:spcPts val="0"/>
                        </a:spcAft>
                        <a:buNone/>
                      </a:pPr>
                      <a:r>
                        <a:rPr lang="en" sz="1100"/>
                        <a:t>1. Robust Security Measures: Use encryption for data storage and transfer.</a:t>
                      </a:r>
                      <a:endParaRPr sz="1100"/>
                    </a:p>
                    <a:p>
                      <a:pPr marL="0" lvl="0" indent="0" algn="l" rtl="0">
                        <a:spcBef>
                          <a:spcPts val="0"/>
                        </a:spcBef>
                        <a:spcAft>
                          <a:spcPts val="0"/>
                        </a:spcAft>
                        <a:buNone/>
                      </a:pPr>
                      <a:r>
                        <a:rPr lang="en" sz="1100"/>
                        <a:t>2. Regular Audits: Conduct security assessments.</a:t>
                      </a:r>
                      <a:endParaRPr sz="1100"/>
                    </a:p>
                    <a:p>
                      <a:pPr marL="0" lvl="0" indent="0" algn="l" rtl="0">
                        <a:spcBef>
                          <a:spcPts val="0"/>
                        </a:spcBef>
                        <a:spcAft>
                          <a:spcPts val="0"/>
                        </a:spcAft>
                        <a:buNone/>
                      </a:pPr>
                      <a:r>
                        <a:rPr lang="en" sz="1100"/>
                        <a:t>3. Incident Response Plan: Minimize damage in case of breaches.</a:t>
                      </a:r>
                      <a:endParaRPr sz="1100"/>
                    </a:p>
                    <a:p>
                      <a:pPr marL="0" lvl="0" indent="0" algn="l" rtl="0">
                        <a:spcBef>
                          <a:spcPts val="0"/>
                        </a:spcBef>
                        <a:spcAft>
                          <a:spcPts val="0"/>
                        </a:spcAft>
                        <a:buNone/>
                      </a:pPr>
                      <a:r>
                        <a:rPr lang="en" sz="1100"/>
                        <a:t>4. Access Control: Restrict data access.</a:t>
                      </a:r>
                      <a:endParaRPr sz="1100"/>
                    </a:p>
                  </a:txBody>
                  <a:tcPr marL="91425" marR="91425" marT="91425" marB="91425"/>
                </a:tc>
                <a:tc>
                  <a:txBody>
                    <a:bodyPr/>
                    <a:lstStyle/>
                    <a:p>
                      <a:pPr marL="0" lvl="0" indent="0" algn="l" rtl="0">
                        <a:spcBef>
                          <a:spcPts val="0"/>
                        </a:spcBef>
                        <a:spcAft>
                          <a:spcPts val="0"/>
                        </a:spcAft>
                        <a:buNone/>
                      </a:pPr>
                      <a:r>
                        <a:rPr lang="en" sz="1100"/>
                        <a:t>Protects user data, ensuring regulatory compliance and safeguarding the organization's reputation.</a:t>
                      </a:r>
                      <a:endParaRPr sz="1100"/>
                    </a:p>
                  </a:txBody>
                  <a:tcPr marL="91425" marR="91425" marT="91425" marB="91425"/>
                </a:tc>
                <a:extLst>
                  <a:ext uri="{0D108BD9-81ED-4DB2-BD59-A6C34878D82A}">
                    <a16:rowId xmlns:a16="http://schemas.microsoft.com/office/drawing/2014/main" val="10002"/>
                  </a:ext>
                </a:extLst>
              </a:tr>
              <a:tr h="1495994">
                <a:tc>
                  <a:txBody>
                    <a:bodyPr/>
                    <a:lstStyle/>
                    <a:p>
                      <a:pPr marL="0" lvl="0" indent="0" algn="l" rtl="0">
                        <a:spcBef>
                          <a:spcPts val="0"/>
                        </a:spcBef>
                        <a:spcAft>
                          <a:spcPts val="0"/>
                        </a:spcAft>
                        <a:buNone/>
                      </a:pPr>
                      <a:r>
                        <a:rPr lang="en" sz="800" b="1"/>
                        <a:t>Dependency on External APIs</a:t>
                      </a:r>
                      <a:endParaRPr sz="800" b="1"/>
                    </a:p>
                  </a:txBody>
                  <a:tcPr marL="91425" marR="91425" marT="91425" marB="91425"/>
                </a:tc>
                <a:tc>
                  <a:txBody>
                    <a:bodyPr/>
                    <a:lstStyle/>
                    <a:p>
                      <a:pPr marL="0" lvl="0" indent="0" algn="l" rtl="0">
                        <a:spcBef>
                          <a:spcPts val="0"/>
                        </a:spcBef>
                        <a:spcAft>
                          <a:spcPts val="0"/>
                        </a:spcAft>
                        <a:buNone/>
                      </a:pPr>
                      <a:r>
                        <a:rPr lang="en" sz="1100" dirty="0"/>
                        <a:t>Changes or disruptions in external API services (e.g., OpenAI GPT-4 Turbo) impacting functionality.</a:t>
                      </a:r>
                      <a:endParaRPr sz="1100" dirty="0"/>
                    </a:p>
                  </a:txBody>
                  <a:tcPr marL="91425" marR="91425" marT="91425" marB="91425"/>
                </a:tc>
                <a:tc>
                  <a:txBody>
                    <a:bodyPr/>
                    <a:lstStyle/>
                    <a:p>
                      <a:pPr marL="0" lvl="0" indent="0" algn="l" rtl="0">
                        <a:spcBef>
                          <a:spcPts val="0"/>
                        </a:spcBef>
                        <a:spcAft>
                          <a:spcPts val="0"/>
                        </a:spcAft>
                        <a:buNone/>
                      </a:pPr>
                      <a:r>
                        <a:rPr lang="en" sz="1100"/>
                        <a:t>Reduced performance or unavailability of critical AI features.</a:t>
                      </a:r>
                      <a:endParaRPr sz="1100"/>
                    </a:p>
                  </a:txBody>
                  <a:tcPr marL="91425" marR="91425" marT="91425" marB="91425"/>
                </a:tc>
                <a:tc>
                  <a:txBody>
                    <a:bodyPr/>
                    <a:lstStyle/>
                    <a:p>
                      <a:pPr marL="0" lvl="0" indent="0" algn="l" rtl="0">
                        <a:spcBef>
                          <a:spcPts val="0"/>
                        </a:spcBef>
                        <a:spcAft>
                          <a:spcPts val="0"/>
                        </a:spcAft>
                        <a:buNone/>
                      </a:pPr>
                      <a:r>
                        <a:rPr lang="en" sz="1100" dirty="0"/>
                        <a:t>1. Backup Providers: Identify alternative AI providers.</a:t>
                      </a:r>
                      <a:endParaRPr sz="1100" dirty="0"/>
                    </a:p>
                    <a:p>
                      <a:pPr marL="0" lvl="0" indent="0" algn="l" rtl="0">
                        <a:spcBef>
                          <a:spcPts val="0"/>
                        </a:spcBef>
                        <a:spcAft>
                          <a:spcPts val="0"/>
                        </a:spcAft>
                        <a:buNone/>
                      </a:pPr>
                      <a:r>
                        <a:rPr lang="en" sz="1100" dirty="0"/>
                        <a:t>2. Modular Design: Ensure compatibility with different APIs.</a:t>
                      </a:r>
                      <a:endParaRPr sz="1100" dirty="0"/>
                    </a:p>
                    <a:p>
                      <a:pPr marL="0" lvl="0" indent="0" algn="l" rtl="0">
                        <a:spcBef>
                          <a:spcPts val="0"/>
                        </a:spcBef>
                        <a:spcAft>
                          <a:spcPts val="0"/>
                        </a:spcAft>
                        <a:buNone/>
                      </a:pPr>
                      <a:r>
                        <a:rPr lang="en" sz="1100" dirty="0"/>
                        <a:t>3. Regular Updates: Adapt to changes in API terms.</a:t>
                      </a:r>
                      <a:endParaRPr sz="1100" dirty="0"/>
                    </a:p>
                    <a:p>
                      <a:pPr marL="0" lvl="0" indent="0" algn="l" rtl="0">
                        <a:spcBef>
                          <a:spcPts val="0"/>
                        </a:spcBef>
                        <a:spcAft>
                          <a:spcPts val="0"/>
                        </a:spcAft>
                        <a:buNone/>
                      </a:pPr>
                      <a:r>
                        <a:rPr lang="en" sz="1100" dirty="0"/>
                        <a:t>4. In-House Model Development: Reduce dependency long-term.</a:t>
                      </a:r>
                      <a:endParaRPr sz="1100" dirty="0"/>
                    </a:p>
                  </a:txBody>
                  <a:tcPr marL="91425" marR="91425" marT="91425" marB="91425"/>
                </a:tc>
                <a:tc>
                  <a:txBody>
                    <a:bodyPr/>
                    <a:lstStyle/>
                    <a:p>
                      <a:pPr marL="0" lvl="0" indent="0" algn="l" rtl="0">
                        <a:spcBef>
                          <a:spcPts val="0"/>
                        </a:spcBef>
                        <a:spcAft>
                          <a:spcPts val="0"/>
                        </a:spcAft>
                        <a:buNone/>
                      </a:pPr>
                      <a:r>
                        <a:rPr lang="en" sz="1100" dirty="0"/>
                        <a:t>Ensures operational continuity and reduces the risk of outages or service degradation.</a:t>
                      </a:r>
                      <a:endParaRPr sz="1100" dirty="0"/>
                    </a:p>
                  </a:txBody>
                  <a:tcPr marL="91425" marR="91425" marT="91425" marB="91425"/>
                </a:tc>
                <a:extLst>
                  <a:ext uri="{0D108BD9-81ED-4DB2-BD59-A6C34878D82A}">
                    <a16:rowId xmlns:a16="http://schemas.microsoft.com/office/drawing/2014/main" val="10003"/>
                  </a:ext>
                </a:extLst>
              </a:tr>
            </a:tbl>
          </a:graphicData>
        </a:graphic>
      </p:graphicFrame>
      <p:sp>
        <p:nvSpPr>
          <p:cNvPr id="2" name="Google Shape;244;p46">
            <a:extLst>
              <a:ext uri="{FF2B5EF4-FFF2-40B4-BE49-F238E27FC236}">
                <a16:creationId xmlns:a16="http://schemas.microsoft.com/office/drawing/2014/main" id="{4E3A07B4-EFA1-CA59-F355-C4DD02B3D2D9}"/>
              </a:ext>
            </a:extLst>
          </p:cNvPr>
          <p:cNvSpPr/>
          <p:nvPr/>
        </p:nvSpPr>
        <p:spPr>
          <a:xfrm>
            <a:off x="0" y="0"/>
            <a:ext cx="9206753" cy="286871"/>
          </a:xfrm>
          <a:prstGeom prst="roundRect">
            <a:avLst>
              <a:gd name="adj" fmla="val 2574"/>
            </a:avLst>
          </a:prstGeom>
          <a:solidFill>
            <a:srgbClr val="FCFCFC">
              <a:alpha val="0"/>
            </a:srgbClr>
          </a:solidFill>
          <a:ln w="9525" cap="flat" cmpd="sng">
            <a:solidFill>
              <a:srgbClr val="FCFCFC"/>
            </a:solidFill>
            <a:prstDash val="solid"/>
            <a:round/>
            <a:headEnd type="none" w="sm" len="sm"/>
            <a:tailEnd type="none" w="sm" len="sm"/>
          </a:ln>
        </p:spPr>
        <p:txBody>
          <a:bodyPr spcFirstLastPara="1" wrap="square" lIns="365750" tIns="365750" rIns="365750" bIns="365750" anchor="t" anchorCtr="0">
            <a:noAutofit/>
          </a:bodyPr>
          <a:lstStyle/>
          <a:p>
            <a:pPr marL="0" lvl="0" indent="0" algn="ctr" rtl="0">
              <a:spcBef>
                <a:spcPts val="0"/>
              </a:spcBef>
              <a:spcAft>
                <a:spcPts val="0"/>
              </a:spcAft>
              <a:buNone/>
            </a:pPr>
            <a:r>
              <a:rPr lang="en" dirty="0">
                <a:solidFill>
                  <a:schemeClr val="bg2"/>
                </a:solidFill>
                <a:latin typeface="Poppins SemiBold"/>
                <a:ea typeface="Poppins SemiBold"/>
                <a:cs typeface="Poppins SemiBold"/>
                <a:sym typeface="Poppins SemiBold"/>
              </a:rPr>
              <a:t>Risks &amp; Mitigations - 2</a:t>
            </a:r>
            <a:endParaRPr dirty="0">
              <a:solidFill>
                <a:schemeClr val="bg2"/>
              </a:solidFill>
              <a:latin typeface="Poppins SemiBold"/>
              <a:ea typeface="Poppins SemiBold"/>
              <a:cs typeface="Poppins SemiBold"/>
              <a:sym typeface="Poppins SemiBold"/>
            </a:endParaRPr>
          </a:p>
          <a:p>
            <a:pPr marL="0" lvl="0" indent="0" algn="ctr" rtl="0">
              <a:lnSpc>
                <a:spcPct val="115000"/>
              </a:lnSpc>
              <a:spcBef>
                <a:spcPts val="0"/>
              </a:spcBef>
              <a:spcAft>
                <a:spcPts val="0"/>
              </a:spcAft>
              <a:buNone/>
            </a:pPr>
            <a:endParaRPr dirty="0">
              <a:solidFill>
                <a:schemeClr val="dk1"/>
              </a:solidFill>
              <a:latin typeface="Lato"/>
              <a:ea typeface="Lato"/>
              <a:cs typeface="Lato"/>
              <a:sym typeface="Lato"/>
            </a:endParaRPr>
          </a:p>
        </p:txBody>
      </p:sp>
    </p:spTree>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45"/>
          <p:cNvSpPr txBox="1">
            <a:spLocks noGrp="1"/>
          </p:cNvSpPr>
          <p:nvPr>
            <p:ph type="title"/>
          </p:nvPr>
        </p:nvSpPr>
        <p:spPr>
          <a:xfrm>
            <a:off x="119050" y="-114300"/>
            <a:ext cx="4605000" cy="9144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a:solidFill>
                  <a:schemeClr val="bg2"/>
                </a:solidFill>
              </a:rPr>
              <a:t>Human Evaluation Rubric</a:t>
            </a:r>
            <a:endParaRPr dirty="0">
              <a:solidFill>
                <a:schemeClr val="bg2"/>
              </a:solidFill>
            </a:endParaRPr>
          </a:p>
        </p:txBody>
      </p:sp>
      <p:graphicFrame>
        <p:nvGraphicFramePr>
          <p:cNvPr id="238" name="Google Shape;238;p45"/>
          <p:cNvGraphicFramePr/>
          <p:nvPr>
            <p:extLst>
              <p:ext uri="{D42A27DB-BD31-4B8C-83A1-F6EECF244321}">
                <p14:modId xmlns:p14="http://schemas.microsoft.com/office/powerpoint/2010/main" val="1431295131"/>
              </p:ext>
            </p:extLst>
          </p:nvPr>
        </p:nvGraphicFramePr>
        <p:xfrm>
          <a:off x="3245325" y="104076"/>
          <a:ext cx="5731950" cy="4937920"/>
        </p:xfrm>
        <a:graphic>
          <a:graphicData uri="http://schemas.openxmlformats.org/drawingml/2006/table">
            <a:tbl>
              <a:tblPr>
                <a:noFill/>
                <a:tableStyleId>{FEA93679-BD32-492D-B738-9BDA066AF662}</a:tableStyleId>
              </a:tblPr>
              <a:tblGrid>
                <a:gridCol w="896369">
                  <a:extLst>
                    <a:ext uri="{9D8B030D-6E8A-4147-A177-3AD203B41FA5}">
                      <a16:colId xmlns:a16="http://schemas.microsoft.com/office/drawing/2014/main" val="20000"/>
                    </a:ext>
                  </a:extLst>
                </a:gridCol>
                <a:gridCol w="2307506">
                  <a:extLst>
                    <a:ext uri="{9D8B030D-6E8A-4147-A177-3AD203B41FA5}">
                      <a16:colId xmlns:a16="http://schemas.microsoft.com/office/drawing/2014/main" val="20001"/>
                    </a:ext>
                  </a:extLst>
                </a:gridCol>
                <a:gridCol w="1647175">
                  <a:extLst>
                    <a:ext uri="{9D8B030D-6E8A-4147-A177-3AD203B41FA5}">
                      <a16:colId xmlns:a16="http://schemas.microsoft.com/office/drawing/2014/main" val="20002"/>
                    </a:ext>
                  </a:extLst>
                </a:gridCol>
                <a:gridCol w="880900">
                  <a:extLst>
                    <a:ext uri="{9D8B030D-6E8A-4147-A177-3AD203B41FA5}">
                      <a16:colId xmlns:a16="http://schemas.microsoft.com/office/drawing/2014/main" val="20003"/>
                    </a:ext>
                  </a:extLst>
                </a:gridCol>
              </a:tblGrid>
              <a:tr h="345487">
                <a:tc>
                  <a:txBody>
                    <a:bodyPr/>
                    <a:lstStyle/>
                    <a:p>
                      <a:pPr marL="0" lvl="0" indent="0" algn="ctr" rtl="0">
                        <a:lnSpc>
                          <a:spcPct val="115000"/>
                        </a:lnSpc>
                        <a:spcBef>
                          <a:spcPts val="0"/>
                        </a:spcBef>
                        <a:spcAft>
                          <a:spcPts val="0"/>
                        </a:spcAft>
                        <a:buNone/>
                      </a:pPr>
                      <a:r>
                        <a:rPr lang="en" sz="800" b="1">
                          <a:solidFill>
                            <a:schemeClr val="lt1"/>
                          </a:solidFill>
                        </a:rPr>
                        <a:t>Criterion</a:t>
                      </a:r>
                      <a:endParaRPr sz="800" b="1">
                        <a:solidFill>
                          <a:schemeClr val="lt1"/>
                        </a:solidFill>
                      </a:endParaRPr>
                    </a:p>
                  </a:txBody>
                  <a:tcPr marL="91425" marR="91425" marT="91425" marB="91425">
                    <a:lnL w="9525" cap="flat" cmpd="sng">
                      <a:solidFill>
                        <a:srgbClr val="4285F4"/>
                      </a:solidFill>
                      <a:prstDash val="solid"/>
                      <a:round/>
                      <a:headEnd type="none" w="sm" len="sm"/>
                      <a:tailEnd type="none" w="sm" len="sm"/>
                    </a:lnL>
                    <a:lnR w="9525" cap="flat" cmpd="sng">
                      <a:solidFill>
                        <a:srgbClr val="4285F4"/>
                      </a:solidFill>
                      <a:prstDash val="solid"/>
                      <a:round/>
                      <a:headEnd type="none" w="sm" len="sm"/>
                      <a:tailEnd type="none" w="sm" len="sm"/>
                    </a:lnR>
                    <a:lnT w="9525" cap="flat" cmpd="sng">
                      <a:solidFill>
                        <a:srgbClr val="4285F4"/>
                      </a:solidFill>
                      <a:prstDash val="solid"/>
                      <a:round/>
                      <a:headEnd type="none" w="sm" len="sm"/>
                      <a:tailEnd type="none" w="sm" len="sm"/>
                    </a:lnT>
                    <a:lnB w="9525" cap="flat" cmpd="sng">
                      <a:solidFill>
                        <a:srgbClr val="4285F4"/>
                      </a:solidFill>
                      <a:prstDash val="solid"/>
                      <a:round/>
                      <a:headEnd type="none" w="sm" len="sm"/>
                      <a:tailEnd type="none" w="sm" len="sm"/>
                    </a:lnB>
                    <a:solidFill>
                      <a:schemeClr val="dk2"/>
                    </a:solidFill>
                  </a:tcPr>
                </a:tc>
                <a:tc>
                  <a:txBody>
                    <a:bodyPr/>
                    <a:lstStyle/>
                    <a:p>
                      <a:pPr marL="0" lvl="0" indent="0" algn="ctr" rtl="0">
                        <a:lnSpc>
                          <a:spcPct val="115000"/>
                        </a:lnSpc>
                        <a:spcBef>
                          <a:spcPts val="0"/>
                        </a:spcBef>
                        <a:spcAft>
                          <a:spcPts val="0"/>
                        </a:spcAft>
                        <a:buNone/>
                      </a:pPr>
                      <a:r>
                        <a:rPr lang="en" sz="800" b="1">
                          <a:solidFill>
                            <a:schemeClr val="lt1"/>
                          </a:solidFill>
                        </a:rPr>
                        <a:t>Definition</a:t>
                      </a:r>
                      <a:endParaRPr sz="800" b="1">
                        <a:solidFill>
                          <a:schemeClr val="lt1"/>
                        </a:solidFill>
                      </a:endParaRPr>
                    </a:p>
                  </a:txBody>
                  <a:tcPr marL="91425" marR="91425" marT="91425" marB="91425">
                    <a:lnL w="9525" cap="flat" cmpd="sng">
                      <a:solidFill>
                        <a:srgbClr val="4285F4"/>
                      </a:solidFill>
                      <a:prstDash val="solid"/>
                      <a:round/>
                      <a:headEnd type="none" w="sm" len="sm"/>
                      <a:tailEnd type="none" w="sm" len="sm"/>
                    </a:lnL>
                    <a:lnR w="9525" cap="flat" cmpd="sng">
                      <a:solidFill>
                        <a:srgbClr val="4285F4"/>
                      </a:solidFill>
                      <a:prstDash val="solid"/>
                      <a:round/>
                      <a:headEnd type="none" w="sm" len="sm"/>
                      <a:tailEnd type="none" w="sm" len="sm"/>
                    </a:lnR>
                    <a:lnT w="9525" cap="flat" cmpd="sng">
                      <a:solidFill>
                        <a:srgbClr val="4285F4"/>
                      </a:solidFill>
                      <a:prstDash val="solid"/>
                      <a:round/>
                      <a:headEnd type="none" w="sm" len="sm"/>
                      <a:tailEnd type="none" w="sm" len="sm"/>
                    </a:lnT>
                    <a:lnB w="9525" cap="flat" cmpd="sng">
                      <a:solidFill>
                        <a:srgbClr val="4285F4"/>
                      </a:solidFill>
                      <a:prstDash val="solid"/>
                      <a:round/>
                      <a:headEnd type="none" w="sm" len="sm"/>
                      <a:tailEnd type="none" w="sm" len="sm"/>
                    </a:lnB>
                    <a:solidFill>
                      <a:schemeClr val="dk2"/>
                    </a:solidFill>
                  </a:tcPr>
                </a:tc>
                <a:tc>
                  <a:txBody>
                    <a:bodyPr/>
                    <a:lstStyle/>
                    <a:p>
                      <a:pPr marL="0" lvl="0" indent="0" algn="ctr" rtl="0">
                        <a:lnSpc>
                          <a:spcPct val="115000"/>
                        </a:lnSpc>
                        <a:spcBef>
                          <a:spcPts val="0"/>
                        </a:spcBef>
                        <a:spcAft>
                          <a:spcPts val="0"/>
                        </a:spcAft>
                        <a:buNone/>
                      </a:pPr>
                      <a:r>
                        <a:rPr lang="en" sz="800" b="1">
                          <a:solidFill>
                            <a:schemeClr val="lt1"/>
                          </a:solidFill>
                        </a:rPr>
                        <a:t>Evaluation Question</a:t>
                      </a:r>
                      <a:endParaRPr sz="800" b="1">
                        <a:solidFill>
                          <a:schemeClr val="lt1"/>
                        </a:solidFill>
                      </a:endParaRPr>
                    </a:p>
                  </a:txBody>
                  <a:tcPr marL="91425" marR="91425" marT="91425" marB="91425">
                    <a:lnL w="9525" cap="flat" cmpd="sng">
                      <a:solidFill>
                        <a:srgbClr val="4285F4"/>
                      </a:solidFill>
                      <a:prstDash val="solid"/>
                      <a:round/>
                      <a:headEnd type="none" w="sm" len="sm"/>
                      <a:tailEnd type="none" w="sm" len="sm"/>
                    </a:lnL>
                    <a:lnR w="9525" cap="flat" cmpd="sng">
                      <a:solidFill>
                        <a:srgbClr val="4285F4"/>
                      </a:solidFill>
                      <a:prstDash val="solid"/>
                      <a:round/>
                      <a:headEnd type="none" w="sm" len="sm"/>
                      <a:tailEnd type="none" w="sm" len="sm"/>
                    </a:lnR>
                    <a:lnT w="9525" cap="flat" cmpd="sng">
                      <a:solidFill>
                        <a:srgbClr val="4285F4"/>
                      </a:solidFill>
                      <a:prstDash val="solid"/>
                      <a:round/>
                      <a:headEnd type="none" w="sm" len="sm"/>
                      <a:tailEnd type="none" w="sm" len="sm"/>
                    </a:lnT>
                    <a:lnB w="9525" cap="flat" cmpd="sng">
                      <a:solidFill>
                        <a:srgbClr val="4285F4"/>
                      </a:solidFill>
                      <a:prstDash val="solid"/>
                      <a:round/>
                      <a:headEnd type="none" w="sm" len="sm"/>
                      <a:tailEnd type="none" w="sm" len="sm"/>
                    </a:lnB>
                    <a:solidFill>
                      <a:schemeClr val="dk2"/>
                    </a:solidFill>
                  </a:tcPr>
                </a:tc>
                <a:tc>
                  <a:txBody>
                    <a:bodyPr/>
                    <a:lstStyle/>
                    <a:p>
                      <a:pPr marL="0" lvl="0" indent="0" algn="ctr" rtl="0">
                        <a:lnSpc>
                          <a:spcPct val="115000"/>
                        </a:lnSpc>
                        <a:spcBef>
                          <a:spcPts val="0"/>
                        </a:spcBef>
                        <a:spcAft>
                          <a:spcPts val="0"/>
                        </a:spcAft>
                        <a:buNone/>
                      </a:pPr>
                      <a:r>
                        <a:rPr lang="en" sz="800" b="1">
                          <a:solidFill>
                            <a:schemeClr val="lt1"/>
                          </a:solidFill>
                        </a:rPr>
                        <a:t>Rating Scale</a:t>
                      </a:r>
                      <a:endParaRPr sz="800" b="1">
                        <a:solidFill>
                          <a:schemeClr val="lt1"/>
                        </a:solidFill>
                      </a:endParaRPr>
                    </a:p>
                  </a:txBody>
                  <a:tcPr marL="91425" marR="91425" marT="91425" marB="91425">
                    <a:lnL w="9525" cap="flat" cmpd="sng">
                      <a:solidFill>
                        <a:srgbClr val="4285F4"/>
                      </a:solidFill>
                      <a:prstDash val="solid"/>
                      <a:round/>
                      <a:headEnd type="none" w="sm" len="sm"/>
                      <a:tailEnd type="none" w="sm" len="sm"/>
                    </a:lnL>
                    <a:lnR w="9525" cap="flat" cmpd="sng">
                      <a:solidFill>
                        <a:srgbClr val="4285F4"/>
                      </a:solidFill>
                      <a:prstDash val="solid"/>
                      <a:round/>
                      <a:headEnd type="none" w="sm" len="sm"/>
                      <a:tailEnd type="none" w="sm" len="sm"/>
                    </a:lnR>
                    <a:lnT w="9525" cap="flat" cmpd="sng">
                      <a:solidFill>
                        <a:srgbClr val="4285F4"/>
                      </a:solidFill>
                      <a:prstDash val="solid"/>
                      <a:round/>
                      <a:headEnd type="none" w="sm" len="sm"/>
                      <a:tailEnd type="none" w="sm" len="sm"/>
                    </a:lnT>
                    <a:lnB w="9525" cap="flat" cmpd="sng">
                      <a:solidFill>
                        <a:srgbClr val="4285F4"/>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587978">
                <a:tc>
                  <a:txBody>
                    <a:bodyPr/>
                    <a:lstStyle/>
                    <a:p>
                      <a:pPr marL="0" lvl="0" indent="0" algn="l" rtl="0">
                        <a:spcBef>
                          <a:spcPts val="0"/>
                        </a:spcBef>
                        <a:spcAft>
                          <a:spcPts val="0"/>
                        </a:spcAft>
                        <a:buNone/>
                      </a:pPr>
                      <a:r>
                        <a:rPr lang="en" sz="800" b="1"/>
                        <a:t>Relevance</a:t>
                      </a:r>
                      <a:endParaRPr sz="800" b="1"/>
                    </a:p>
                  </a:txBody>
                  <a:tcPr marL="91425" marR="91425" marT="91425" marB="91425">
                    <a:lnT w="9525" cap="flat" cmpd="sng">
                      <a:solidFill>
                        <a:srgbClr val="4285F4"/>
                      </a:solidFill>
                      <a:prstDash val="solid"/>
                      <a:round/>
                      <a:headEnd type="none" w="sm" len="sm"/>
                      <a:tailEnd type="none" w="sm" len="sm"/>
                    </a:lnT>
                  </a:tcPr>
                </a:tc>
                <a:tc>
                  <a:txBody>
                    <a:bodyPr/>
                    <a:lstStyle/>
                    <a:p>
                      <a:pPr marL="0" lvl="0" indent="0" algn="l" rtl="0">
                        <a:spcBef>
                          <a:spcPts val="0"/>
                        </a:spcBef>
                        <a:spcAft>
                          <a:spcPts val="0"/>
                        </a:spcAft>
                        <a:buNone/>
                      </a:pPr>
                      <a:r>
                        <a:rPr lang="en" sz="800"/>
                        <a:t>Measures how closely the AI output aligns with user inputs, engagement history, and mindfulness goals.</a:t>
                      </a:r>
                      <a:endParaRPr sz="800"/>
                    </a:p>
                  </a:txBody>
                  <a:tcPr marL="91425" marR="91425" marT="91425" marB="91425">
                    <a:lnT w="9525" cap="flat" cmpd="sng">
                      <a:solidFill>
                        <a:srgbClr val="4285F4"/>
                      </a:solidFill>
                      <a:prstDash val="solid"/>
                      <a:round/>
                      <a:headEnd type="none" w="sm" len="sm"/>
                      <a:tailEnd type="none" w="sm" len="sm"/>
                    </a:lnT>
                  </a:tcPr>
                </a:tc>
                <a:tc>
                  <a:txBody>
                    <a:bodyPr/>
                    <a:lstStyle/>
                    <a:p>
                      <a:pPr marL="0" lvl="0" indent="0" algn="l" rtl="0">
                        <a:spcBef>
                          <a:spcPts val="0"/>
                        </a:spcBef>
                        <a:spcAft>
                          <a:spcPts val="0"/>
                        </a:spcAft>
                        <a:buNone/>
                      </a:pPr>
                      <a:r>
                        <a:rPr lang="en" sz="800"/>
                        <a:t>Does the AI-generated content address the user’s specific needs and goals?</a:t>
                      </a:r>
                      <a:endParaRPr sz="800"/>
                    </a:p>
                  </a:txBody>
                  <a:tcPr marL="91425" marR="91425" marT="91425" marB="91425">
                    <a:lnT w="9525" cap="flat" cmpd="sng">
                      <a:solidFill>
                        <a:srgbClr val="4285F4"/>
                      </a:solidFill>
                      <a:prstDash val="solid"/>
                      <a:round/>
                      <a:headEnd type="none" w="sm" len="sm"/>
                      <a:tailEnd type="none" w="sm" len="sm"/>
                    </a:lnT>
                  </a:tcPr>
                </a:tc>
                <a:tc>
                  <a:txBody>
                    <a:bodyPr/>
                    <a:lstStyle/>
                    <a:p>
                      <a:pPr marL="0" lvl="0" indent="0" algn="l" rtl="0">
                        <a:spcBef>
                          <a:spcPts val="0"/>
                        </a:spcBef>
                        <a:spcAft>
                          <a:spcPts val="0"/>
                        </a:spcAft>
                        <a:buNone/>
                      </a:pPr>
                      <a:r>
                        <a:rPr lang="en" sz="800"/>
                        <a:t>1 (Poor) - 5 (Excellent)</a:t>
                      </a:r>
                      <a:endParaRPr sz="800"/>
                    </a:p>
                  </a:txBody>
                  <a:tcPr marL="91425" marR="91425" marT="91425" marB="91425">
                    <a:lnT w="9525" cap="flat" cmpd="sng">
                      <a:solidFill>
                        <a:srgbClr val="4285F4"/>
                      </a:solidFill>
                      <a:prstDash val="solid"/>
                      <a:round/>
                      <a:headEnd type="none" w="sm" len="sm"/>
                      <a:tailEnd type="none" w="sm" len="sm"/>
                    </a:lnT>
                  </a:tcPr>
                </a:tc>
                <a:extLst>
                  <a:ext uri="{0D108BD9-81ED-4DB2-BD59-A6C34878D82A}">
                    <a16:rowId xmlns:a16="http://schemas.microsoft.com/office/drawing/2014/main" val="10001"/>
                  </a:ext>
                </a:extLst>
              </a:tr>
              <a:tr h="719323">
                <a:tc>
                  <a:txBody>
                    <a:bodyPr/>
                    <a:lstStyle/>
                    <a:p>
                      <a:pPr marL="0" lvl="0" indent="0" algn="l" rtl="0">
                        <a:spcBef>
                          <a:spcPts val="0"/>
                        </a:spcBef>
                        <a:spcAft>
                          <a:spcPts val="0"/>
                        </a:spcAft>
                        <a:buNone/>
                      </a:pPr>
                      <a:r>
                        <a:rPr lang="en" sz="800" b="1"/>
                        <a:t>Accuracy</a:t>
                      </a:r>
                      <a:endParaRPr sz="800" b="1"/>
                    </a:p>
                  </a:txBody>
                  <a:tcPr marL="91425" marR="91425" marT="91425" marB="91425"/>
                </a:tc>
                <a:tc>
                  <a:txBody>
                    <a:bodyPr/>
                    <a:lstStyle/>
                    <a:p>
                      <a:pPr marL="0" lvl="0" indent="0" algn="l" rtl="0">
                        <a:spcBef>
                          <a:spcPts val="0"/>
                        </a:spcBef>
                        <a:spcAft>
                          <a:spcPts val="0"/>
                        </a:spcAft>
                        <a:buNone/>
                      </a:pPr>
                      <a:r>
                        <a:rPr lang="en" sz="800" dirty="0"/>
                        <a:t>Ensures the AI-generated outputs are scientifically grounded and align with the pillars of the Healthy Minds framework (Awareness, Connection, Insight, Purpose).</a:t>
                      </a:r>
                      <a:endParaRPr sz="800" dirty="0"/>
                    </a:p>
                  </a:txBody>
                  <a:tcPr marL="91425" marR="91425" marT="91425" marB="91425"/>
                </a:tc>
                <a:tc>
                  <a:txBody>
                    <a:bodyPr/>
                    <a:lstStyle/>
                    <a:p>
                      <a:pPr marL="0" lvl="0" indent="0" algn="l" rtl="0">
                        <a:spcBef>
                          <a:spcPts val="0"/>
                        </a:spcBef>
                        <a:spcAft>
                          <a:spcPts val="0"/>
                        </a:spcAft>
                        <a:buNone/>
                      </a:pPr>
                      <a:r>
                        <a:rPr lang="en" sz="800"/>
                        <a:t>Does the content reflect the Healthy Minds principles accurately and avoid misinformation?</a:t>
                      </a:r>
                      <a:endParaRPr sz="800"/>
                    </a:p>
                  </a:txBody>
                  <a:tcPr marL="91425" marR="91425" marT="91425" marB="91425"/>
                </a:tc>
                <a:tc>
                  <a:txBody>
                    <a:bodyPr/>
                    <a:lstStyle/>
                    <a:p>
                      <a:pPr marL="0" lvl="0" indent="0" algn="l" rtl="0">
                        <a:spcBef>
                          <a:spcPts val="0"/>
                        </a:spcBef>
                        <a:spcAft>
                          <a:spcPts val="0"/>
                        </a:spcAft>
                        <a:buNone/>
                      </a:pPr>
                      <a:r>
                        <a:rPr lang="en" sz="800"/>
                        <a:t>1 (Poor) - 5 (Excellent)</a:t>
                      </a:r>
                      <a:endParaRPr sz="800"/>
                    </a:p>
                  </a:txBody>
                  <a:tcPr marL="91425" marR="91425" marT="91425" marB="91425"/>
                </a:tc>
                <a:extLst>
                  <a:ext uri="{0D108BD9-81ED-4DB2-BD59-A6C34878D82A}">
                    <a16:rowId xmlns:a16="http://schemas.microsoft.com/office/drawing/2014/main" val="10002"/>
                  </a:ext>
                </a:extLst>
              </a:tr>
              <a:tr h="648769">
                <a:tc>
                  <a:txBody>
                    <a:bodyPr/>
                    <a:lstStyle/>
                    <a:p>
                      <a:pPr marL="0" lvl="0" indent="0" algn="l" rtl="0">
                        <a:spcBef>
                          <a:spcPts val="0"/>
                        </a:spcBef>
                        <a:spcAft>
                          <a:spcPts val="0"/>
                        </a:spcAft>
                        <a:buNone/>
                      </a:pPr>
                      <a:r>
                        <a:rPr lang="en" sz="800" b="1"/>
                        <a:t>Empathy</a:t>
                      </a:r>
                      <a:endParaRPr sz="800" b="1"/>
                    </a:p>
                  </a:txBody>
                  <a:tcPr marL="91425" marR="91425" marT="91425" marB="91425"/>
                </a:tc>
                <a:tc>
                  <a:txBody>
                    <a:bodyPr/>
                    <a:lstStyle/>
                    <a:p>
                      <a:pPr marL="0" lvl="0" indent="0" algn="l" rtl="0">
                        <a:spcBef>
                          <a:spcPts val="0"/>
                        </a:spcBef>
                        <a:spcAft>
                          <a:spcPts val="0"/>
                        </a:spcAft>
                        <a:buNone/>
                      </a:pPr>
                      <a:r>
                        <a:rPr lang="en" sz="800"/>
                        <a:t>Evaluates whether the AI maintains a supportive, non-judgmental, and compassionate tone that aligns with the Healthy Minds brand values.</a:t>
                      </a:r>
                      <a:endParaRPr sz="800"/>
                    </a:p>
                  </a:txBody>
                  <a:tcPr marL="91425" marR="91425" marT="91425" marB="91425"/>
                </a:tc>
                <a:tc>
                  <a:txBody>
                    <a:bodyPr/>
                    <a:lstStyle/>
                    <a:p>
                      <a:pPr marL="0" lvl="0" indent="0" algn="l" rtl="0">
                        <a:spcBef>
                          <a:spcPts val="0"/>
                        </a:spcBef>
                        <a:spcAft>
                          <a:spcPts val="0"/>
                        </a:spcAft>
                        <a:buNone/>
                      </a:pPr>
                      <a:r>
                        <a:rPr lang="en" sz="800"/>
                        <a:t>Does the tone feel empathetic and encouraging?</a:t>
                      </a:r>
                      <a:endParaRPr sz="800"/>
                    </a:p>
                  </a:txBody>
                  <a:tcPr marL="91425" marR="91425" marT="91425" marB="91425"/>
                </a:tc>
                <a:tc>
                  <a:txBody>
                    <a:bodyPr/>
                    <a:lstStyle/>
                    <a:p>
                      <a:pPr marL="0" lvl="0" indent="0" algn="l" rtl="0">
                        <a:spcBef>
                          <a:spcPts val="0"/>
                        </a:spcBef>
                        <a:spcAft>
                          <a:spcPts val="0"/>
                        </a:spcAft>
                        <a:buNone/>
                      </a:pPr>
                      <a:r>
                        <a:rPr lang="en" sz="800"/>
                        <a:t>1 (Poor) - 5 (Excellent)</a:t>
                      </a:r>
                      <a:endParaRPr sz="800"/>
                    </a:p>
                  </a:txBody>
                  <a:tcPr marL="91425" marR="91425" marT="91425" marB="91425"/>
                </a:tc>
                <a:extLst>
                  <a:ext uri="{0D108BD9-81ED-4DB2-BD59-A6C34878D82A}">
                    <a16:rowId xmlns:a16="http://schemas.microsoft.com/office/drawing/2014/main" val="10003"/>
                  </a:ext>
                </a:extLst>
              </a:tr>
              <a:tr h="719323">
                <a:tc>
                  <a:txBody>
                    <a:bodyPr/>
                    <a:lstStyle/>
                    <a:p>
                      <a:pPr marL="0" lvl="0" indent="0" algn="l" rtl="0">
                        <a:spcBef>
                          <a:spcPts val="0"/>
                        </a:spcBef>
                        <a:spcAft>
                          <a:spcPts val="0"/>
                        </a:spcAft>
                        <a:buNone/>
                      </a:pPr>
                      <a:r>
                        <a:rPr lang="en" sz="800" b="1"/>
                        <a:t>Actionability</a:t>
                      </a:r>
                      <a:endParaRPr sz="800" b="1"/>
                    </a:p>
                  </a:txBody>
                  <a:tcPr marL="91425" marR="91425" marT="91425" marB="91425"/>
                </a:tc>
                <a:tc>
                  <a:txBody>
                    <a:bodyPr/>
                    <a:lstStyle/>
                    <a:p>
                      <a:pPr marL="0" lvl="0" indent="0" algn="l" rtl="0">
                        <a:spcBef>
                          <a:spcPts val="0"/>
                        </a:spcBef>
                        <a:spcAft>
                          <a:spcPts val="0"/>
                        </a:spcAft>
                        <a:buNone/>
                      </a:pPr>
                      <a:r>
                        <a:rPr lang="en" sz="800"/>
                        <a:t>Assesses whether the AI’s recommendations are clear, practical, and easy for users to implement in their daily lives.</a:t>
                      </a:r>
                      <a:endParaRPr sz="800"/>
                    </a:p>
                  </a:txBody>
                  <a:tcPr marL="91425" marR="91425" marT="91425" marB="91425"/>
                </a:tc>
                <a:tc>
                  <a:txBody>
                    <a:bodyPr/>
                    <a:lstStyle/>
                    <a:p>
                      <a:pPr marL="0" lvl="0" indent="0" algn="l" rtl="0">
                        <a:spcBef>
                          <a:spcPts val="0"/>
                        </a:spcBef>
                        <a:spcAft>
                          <a:spcPts val="0"/>
                        </a:spcAft>
                        <a:buNone/>
                      </a:pPr>
                      <a:r>
                        <a:rPr lang="en" sz="800"/>
                        <a:t>Are the suggestions actionable and tailored to the user’s mindfulness journey?</a:t>
                      </a:r>
                      <a:endParaRPr sz="800"/>
                    </a:p>
                  </a:txBody>
                  <a:tcPr marL="91425" marR="91425" marT="91425" marB="91425"/>
                </a:tc>
                <a:tc>
                  <a:txBody>
                    <a:bodyPr/>
                    <a:lstStyle/>
                    <a:p>
                      <a:pPr marL="0" lvl="0" indent="0" algn="l" rtl="0">
                        <a:spcBef>
                          <a:spcPts val="0"/>
                        </a:spcBef>
                        <a:spcAft>
                          <a:spcPts val="0"/>
                        </a:spcAft>
                        <a:buNone/>
                      </a:pPr>
                      <a:r>
                        <a:rPr lang="en" sz="800"/>
                        <a:t>1 (Not Actionable) - 5 (Highly Actionable)</a:t>
                      </a:r>
                      <a:endParaRPr sz="800"/>
                    </a:p>
                  </a:txBody>
                  <a:tcPr marL="91425" marR="91425" marT="91425" marB="91425"/>
                </a:tc>
                <a:extLst>
                  <a:ext uri="{0D108BD9-81ED-4DB2-BD59-A6C34878D82A}">
                    <a16:rowId xmlns:a16="http://schemas.microsoft.com/office/drawing/2014/main" val="10004"/>
                  </a:ext>
                </a:extLst>
              </a:tr>
              <a:tr h="587978">
                <a:tc>
                  <a:txBody>
                    <a:bodyPr/>
                    <a:lstStyle/>
                    <a:p>
                      <a:pPr marL="0" lvl="0" indent="0" algn="l" rtl="0">
                        <a:spcBef>
                          <a:spcPts val="0"/>
                        </a:spcBef>
                        <a:spcAft>
                          <a:spcPts val="0"/>
                        </a:spcAft>
                        <a:buNone/>
                      </a:pPr>
                      <a:r>
                        <a:rPr lang="en" sz="800" b="1"/>
                        <a:t>Cultural Sensitivity</a:t>
                      </a:r>
                      <a:endParaRPr sz="800" b="1"/>
                    </a:p>
                  </a:txBody>
                  <a:tcPr marL="91425" marR="91425" marT="91425" marB="91425"/>
                </a:tc>
                <a:tc>
                  <a:txBody>
                    <a:bodyPr/>
                    <a:lstStyle/>
                    <a:p>
                      <a:pPr marL="0" lvl="0" indent="0" algn="l" rtl="0">
                        <a:spcBef>
                          <a:spcPts val="0"/>
                        </a:spcBef>
                        <a:spcAft>
                          <a:spcPts val="0"/>
                        </a:spcAft>
                        <a:buNone/>
                      </a:pPr>
                      <a:r>
                        <a:rPr lang="en" sz="800"/>
                        <a:t>Measures the ability of the AI to adapt recommendations to the user’s cultural and linguistic context.</a:t>
                      </a:r>
                      <a:endParaRPr sz="800"/>
                    </a:p>
                  </a:txBody>
                  <a:tcPr marL="91425" marR="91425" marT="91425" marB="91425"/>
                </a:tc>
                <a:tc>
                  <a:txBody>
                    <a:bodyPr/>
                    <a:lstStyle/>
                    <a:p>
                      <a:pPr marL="0" lvl="0" indent="0" algn="l" rtl="0">
                        <a:spcBef>
                          <a:spcPts val="0"/>
                        </a:spcBef>
                        <a:spcAft>
                          <a:spcPts val="0"/>
                        </a:spcAft>
                        <a:buNone/>
                      </a:pPr>
                      <a:r>
                        <a:rPr lang="en" sz="800"/>
                        <a:t>Are the recommendations culturally appropriate and sensitive to the user’s context?</a:t>
                      </a:r>
                      <a:endParaRPr sz="800"/>
                    </a:p>
                  </a:txBody>
                  <a:tcPr marL="91425" marR="91425" marT="91425" marB="91425"/>
                </a:tc>
                <a:tc>
                  <a:txBody>
                    <a:bodyPr/>
                    <a:lstStyle/>
                    <a:p>
                      <a:pPr marL="0" lvl="0" indent="0" algn="l" rtl="0">
                        <a:spcBef>
                          <a:spcPts val="0"/>
                        </a:spcBef>
                        <a:spcAft>
                          <a:spcPts val="0"/>
                        </a:spcAft>
                        <a:buNone/>
                      </a:pPr>
                      <a:r>
                        <a:rPr lang="en" sz="800"/>
                        <a:t>1 (Insensitive) - 5 (Highly Sensitive)</a:t>
                      </a:r>
                      <a:endParaRPr sz="800"/>
                    </a:p>
                  </a:txBody>
                  <a:tcPr marL="91425" marR="91425" marT="91425" marB="91425"/>
                </a:tc>
                <a:extLst>
                  <a:ext uri="{0D108BD9-81ED-4DB2-BD59-A6C34878D82A}">
                    <a16:rowId xmlns:a16="http://schemas.microsoft.com/office/drawing/2014/main" val="10005"/>
                  </a:ext>
                </a:extLst>
              </a:tr>
              <a:tr h="719323">
                <a:tc>
                  <a:txBody>
                    <a:bodyPr/>
                    <a:lstStyle/>
                    <a:p>
                      <a:pPr marL="0" lvl="0" indent="0" algn="l" rtl="0">
                        <a:spcBef>
                          <a:spcPts val="0"/>
                        </a:spcBef>
                        <a:spcAft>
                          <a:spcPts val="0"/>
                        </a:spcAft>
                        <a:buNone/>
                      </a:pPr>
                      <a:r>
                        <a:rPr lang="en" sz="800" b="1"/>
                        <a:t>User Satisfaction</a:t>
                      </a:r>
                      <a:endParaRPr sz="800" b="1"/>
                    </a:p>
                  </a:txBody>
                  <a:tcPr marL="91425" marR="91425" marT="91425" marB="91425"/>
                </a:tc>
                <a:tc>
                  <a:txBody>
                    <a:bodyPr/>
                    <a:lstStyle/>
                    <a:p>
                      <a:pPr marL="0" lvl="0" indent="0" algn="l" rtl="0">
                        <a:spcBef>
                          <a:spcPts val="0"/>
                        </a:spcBef>
                        <a:spcAft>
                          <a:spcPts val="0"/>
                        </a:spcAft>
                        <a:buNone/>
                      </a:pPr>
                      <a:r>
                        <a:rPr lang="en" sz="800"/>
                        <a:t>Captures the overall user impression of the AI-generated output, focusing on utility and engagement.</a:t>
                      </a:r>
                      <a:endParaRPr sz="800"/>
                    </a:p>
                  </a:txBody>
                  <a:tcPr marL="91425" marR="91425" marT="91425" marB="91425"/>
                </a:tc>
                <a:tc>
                  <a:txBody>
                    <a:bodyPr/>
                    <a:lstStyle/>
                    <a:p>
                      <a:pPr marL="0" lvl="0" indent="0" algn="l" rtl="0">
                        <a:spcBef>
                          <a:spcPts val="0"/>
                        </a:spcBef>
                        <a:spcAft>
                          <a:spcPts val="0"/>
                        </a:spcAft>
                        <a:buNone/>
                      </a:pPr>
                      <a:r>
                        <a:rPr lang="en" sz="800"/>
                        <a:t>Did the user find the response valuable and engaging?</a:t>
                      </a:r>
                      <a:endParaRPr sz="800"/>
                    </a:p>
                  </a:txBody>
                  <a:tcPr marL="91425" marR="91425" marT="91425" marB="91425"/>
                </a:tc>
                <a:tc>
                  <a:txBody>
                    <a:bodyPr/>
                    <a:lstStyle/>
                    <a:p>
                      <a:pPr marL="0" lvl="0" indent="0" algn="l" rtl="0">
                        <a:spcBef>
                          <a:spcPts val="0"/>
                        </a:spcBef>
                        <a:spcAft>
                          <a:spcPts val="0"/>
                        </a:spcAft>
                        <a:buNone/>
                      </a:pPr>
                      <a:r>
                        <a:rPr lang="en" sz="800"/>
                        <a:t>1 (Not Satisfied) - 5 (Highly Satisfied)</a:t>
                      </a:r>
                      <a:endParaRPr sz="800"/>
                    </a:p>
                  </a:txBody>
                  <a:tcPr marL="91425" marR="91425" marT="91425" marB="91425"/>
                </a:tc>
                <a:extLst>
                  <a:ext uri="{0D108BD9-81ED-4DB2-BD59-A6C34878D82A}">
                    <a16:rowId xmlns:a16="http://schemas.microsoft.com/office/drawing/2014/main" val="10006"/>
                  </a:ext>
                </a:extLst>
              </a:tr>
              <a:tr h="587978">
                <a:tc>
                  <a:txBody>
                    <a:bodyPr/>
                    <a:lstStyle/>
                    <a:p>
                      <a:pPr marL="0" lvl="0" indent="0" algn="l" rtl="0">
                        <a:spcBef>
                          <a:spcPts val="0"/>
                        </a:spcBef>
                        <a:spcAft>
                          <a:spcPts val="0"/>
                        </a:spcAft>
                        <a:buNone/>
                      </a:pPr>
                      <a:r>
                        <a:rPr lang="en" sz="800" b="1"/>
                        <a:t>Timeliness</a:t>
                      </a:r>
                      <a:endParaRPr sz="800" b="1"/>
                    </a:p>
                  </a:txBody>
                  <a:tcPr marL="91425" marR="91425" marT="91425" marB="91425"/>
                </a:tc>
                <a:tc>
                  <a:txBody>
                    <a:bodyPr/>
                    <a:lstStyle/>
                    <a:p>
                      <a:pPr marL="0" lvl="0" indent="0" algn="l" rtl="0">
                        <a:spcBef>
                          <a:spcPts val="0"/>
                        </a:spcBef>
                        <a:spcAft>
                          <a:spcPts val="0"/>
                        </a:spcAft>
                        <a:buNone/>
                      </a:pPr>
                      <a:r>
                        <a:rPr lang="en" sz="800"/>
                        <a:t>Evaluates the speed of AI responses and whether they meet user expectations for real-time interactions.</a:t>
                      </a:r>
                      <a:endParaRPr sz="800"/>
                    </a:p>
                  </a:txBody>
                  <a:tcPr marL="91425" marR="91425" marT="91425" marB="91425"/>
                </a:tc>
                <a:tc>
                  <a:txBody>
                    <a:bodyPr/>
                    <a:lstStyle/>
                    <a:p>
                      <a:pPr marL="0" lvl="0" indent="0" algn="l" rtl="0">
                        <a:spcBef>
                          <a:spcPts val="0"/>
                        </a:spcBef>
                        <a:spcAft>
                          <a:spcPts val="0"/>
                        </a:spcAft>
                        <a:buNone/>
                      </a:pPr>
                      <a:r>
                        <a:rPr lang="en" sz="800"/>
                        <a:t>Was the response delivered in under 2 seconds, and did it feel seamless?</a:t>
                      </a:r>
                      <a:endParaRPr sz="800"/>
                    </a:p>
                  </a:txBody>
                  <a:tcPr marL="91425" marR="91425" marT="91425" marB="91425"/>
                </a:tc>
                <a:tc>
                  <a:txBody>
                    <a:bodyPr/>
                    <a:lstStyle/>
                    <a:p>
                      <a:pPr marL="0" lvl="0" indent="0" algn="l" rtl="0">
                        <a:spcBef>
                          <a:spcPts val="0"/>
                        </a:spcBef>
                        <a:spcAft>
                          <a:spcPts val="0"/>
                        </a:spcAft>
                        <a:buNone/>
                      </a:pPr>
                      <a:r>
                        <a:rPr lang="en" sz="800" dirty="0"/>
                        <a:t>1 (Slow) - 5 (Timely)</a:t>
                      </a:r>
                      <a:endParaRPr sz="800" dirty="0"/>
                    </a:p>
                  </a:txBody>
                  <a:tcPr marL="91425" marR="91425" marT="91425" marB="91425"/>
                </a:tc>
                <a:extLst>
                  <a:ext uri="{0D108BD9-81ED-4DB2-BD59-A6C34878D82A}">
                    <a16:rowId xmlns:a16="http://schemas.microsoft.com/office/drawing/2014/main" val="10007"/>
                  </a:ext>
                </a:extLst>
              </a:tr>
            </a:tbl>
          </a:graphicData>
        </a:graphic>
      </p:graphicFrame>
      <p:sp>
        <p:nvSpPr>
          <p:cNvPr id="239" name="Google Shape;239;p45"/>
          <p:cNvSpPr txBox="1"/>
          <p:nvPr/>
        </p:nvSpPr>
        <p:spPr>
          <a:xfrm>
            <a:off x="0" y="657675"/>
            <a:ext cx="3245400" cy="4279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b="1" dirty="0"/>
              <a:t>Implementation Process: </a:t>
            </a:r>
            <a:endParaRPr sz="1300" b="1" dirty="0"/>
          </a:p>
          <a:p>
            <a:pPr marL="0" lvl="0" indent="0" algn="l" rtl="0">
              <a:spcBef>
                <a:spcPts val="0"/>
              </a:spcBef>
              <a:spcAft>
                <a:spcPts val="0"/>
              </a:spcAft>
              <a:buNone/>
            </a:pPr>
            <a:endParaRPr sz="1300" b="1" dirty="0"/>
          </a:p>
          <a:p>
            <a:pPr marL="0" lvl="0" indent="0" algn="l" rtl="0">
              <a:spcBef>
                <a:spcPts val="0"/>
              </a:spcBef>
              <a:spcAft>
                <a:spcPts val="0"/>
              </a:spcAft>
              <a:buNone/>
            </a:pPr>
            <a:r>
              <a:rPr lang="en" sz="1200" b="1" dirty="0"/>
              <a:t>Frequency of Evaluation:</a:t>
            </a:r>
            <a:endParaRPr sz="1200" b="1" dirty="0"/>
          </a:p>
          <a:p>
            <a:pPr marL="457200" lvl="0" indent="-304800" algn="l" rtl="0">
              <a:spcBef>
                <a:spcPts val="0"/>
              </a:spcBef>
              <a:spcAft>
                <a:spcPts val="0"/>
              </a:spcAft>
              <a:buSzPts val="1200"/>
              <a:buChar char="●"/>
            </a:pPr>
            <a:r>
              <a:rPr lang="en" sz="1200" dirty="0"/>
              <a:t>Initial Deployment: Daily evaluation for the first 4 weeks to ensure output quality and consistency.</a:t>
            </a:r>
            <a:endParaRPr sz="1200" dirty="0"/>
          </a:p>
          <a:p>
            <a:pPr marL="457200" lvl="0" indent="-304800" algn="l" rtl="0">
              <a:spcBef>
                <a:spcPts val="0"/>
              </a:spcBef>
              <a:spcAft>
                <a:spcPts val="0"/>
              </a:spcAft>
              <a:buSzPts val="1200"/>
              <a:buChar char="●"/>
            </a:pPr>
            <a:r>
              <a:rPr lang="en" sz="1200" dirty="0"/>
              <a:t>Ongoing Assessment: Weekly evaluations post-launch, scaling to monthly after 6 months.</a:t>
            </a:r>
            <a:endParaRPr sz="1200" dirty="0"/>
          </a:p>
          <a:p>
            <a:pPr marL="0" lvl="0" indent="0" algn="l" rtl="0">
              <a:spcBef>
                <a:spcPts val="0"/>
              </a:spcBef>
              <a:spcAft>
                <a:spcPts val="0"/>
              </a:spcAft>
              <a:buNone/>
            </a:pPr>
            <a:r>
              <a:rPr lang="en" sz="1200" b="1" dirty="0"/>
              <a:t>Evaluator:</a:t>
            </a:r>
            <a:endParaRPr sz="1200" b="1" dirty="0"/>
          </a:p>
          <a:p>
            <a:pPr marL="457200" lvl="0" indent="-304800" algn="l" rtl="0">
              <a:spcBef>
                <a:spcPts val="0"/>
              </a:spcBef>
              <a:spcAft>
                <a:spcPts val="0"/>
              </a:spcAft>
              <a:buSzPts val="1200"/>
              <a:buChar char="●"/>
            </a:pPr>
            <a:r>
              <a:rPr lang="en" sz="1200" dirty="0"/>
              <a:t>Product manager or evaluation team with mindfulness expertise.</a:t>
            </a:r>
            <a:endParaRPr sz="1200" dirty="0"/>
          </a:p>
          <a:p>
            <a:pPr marL="457200" lvl="0" indent="-304800" algn="l" rtl="0">
              <a:spcBef>
                <a:spcPts val="0"/>
              </a:spcBef>
              <a:spcAft>
                <a:spcPts val="0"/>
              </a:spcAft>
              <a:buSzPts val="1200"/>
              <a:buChar char="●"/>
            </a:pPr>
            <a:r>
              <a:rPr lang="en" sz="1200" dirty="0"/>
              <a:t>Diverse user testers to ensure inclusivity across cultural and linguistic contexts.</a:t>
            </a:r>
            <a:endParaRPr sz="1200" dirty="0"/>
          </a:p>
          <a:p>
            <a:pPr marL="0" lvl="0" indent="0" algn="l" rtl="0">
              <a:spcBef>
                <a:spcPts val="0"/>
              </a:spcBef>
              <a:spcAft>
                <a:spcPts val="0"/>
              </a:spcAft>
              <a:buNone/>
            </a:pPr>
            <a:r>
              <a:rPr lang="en" sz="1200" b="1" dirty="0"/>
              <a:t>Data Collection:</a:t>
            </a:r>
            <a:endParaRPr sz="1200" b="1" dirty="0"/>
          </a:p>
          <a:p>
            <a:pPr marL="457200" lvl="0" indent="-304800" algn="l" rtl="0">
              <a:spcBef>
                <a:spcPts val="0"/>
              </a:spcBef>
              <a:spcAft>
                <a:spcPts val="0"/>
              </a:spcAft>
              <a:buSzPts val="1200"/>
              <a:buChar char="●"/>
            </a:pPr>
            <a:r>
              <a:rPr lang="en" sz="1200" dirty="0"/>
              <a:t>Collect user feedback through surveys integrated into the app after AI interactions (e.g., "Was this suggestion helpful?").</a:t>
            </a:r>
            <a:endParaRPr sz="1200" dirty="0"/>
          </a:p>
          <a:p>
            <a:pPr marL="457200" lvl="0" indent="-304800" algn="l" rtl="0">
              <a:spcBef>
                <a:spcPts val="0"/>
              </a:spcBef>
              <a:spcAft>
                <a:spcPts val="0"/>
              </a:spcAft>
              <a:buSzPts val="1200"/>
              <a:buChar char="●"/>
            </a:pPr>
            <a:r>
              <a:rPr lang="en" sz="1200" dirty="0"/>
              <a:t>Track flagged content for further expert review and improvements.</a:t>
            </a:r>
            <a:endParaRPr sz="1200" dirty="0"/>
          </a:p>
        </p:txBody>
      </p:sp>
    </p:spTree>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21F53-87B1-65A6-F338-F2E39540EC40}"/>
              </a:ext>
            </a:extLst>
          </p:cNvPr>
          <p:cNvSpPr>
            <a:spLocks noGrp="1"/>
          </p:cNvSpPr>
          <p:nvPr>
            <p:ph type="title"/>
          </p:nvPr>
        </p:nvSpPr>
        <p:spPr>
          <a:xfrm>
            <a:off x="571500" y="381646"/>
            <a:ext cx="8001000" cy="914400"/>
          </a:xfrm>
        </p:spPr>
        <p:txBody>
          <a:bodyPr/>
          <a:lstStyle/>
          <a:p>
            <a:r>
              <a:rPr lang="en-US" dirty="0">
                <a:solidFill>
                  <a:schemeClr val="bg2"/>
                </a:solidFill>
              </a:rPr>
              <a:t>Key Takeaways</a:t>
            </a:r>
          </a:p>
        </p:txBody>
      </p:sp>
      <p:sp>
        <p:nvSpPr>
          <p:cNvPr id="3" name="Text Placeholder 2">
            <a:extLst>
              <a:ext uri="{FF2B5EF4-FFF2-40B4-BE49-F238E27FC236}">
                <a16:creationId xmlns:a16="http://schemas.microsoft.com/office/drawing/2014/main" id="{C71E8D57-103F-44F3-DF15-8D55CA28D73A}"/>
              </a:ext>
            </a:extLst>
          </p:cNvPr>
          <p:cNvSpPr>
            <a:spLocks noGrp="1"/>
          </p:cNvSpPr>
          <p:nvPr>
            <p:ph type="body" idx="1"/>
          </p:nvPr>
        </p:nvSpPr>
        <p:spPr>
          <a:xfrm>
            <a:off x="447514" y="1296046"/>
            <a:ext cx="3089700" cy="2857500"/>
          </a:xfrm>
        </p:spPr>
        <p:txBody>
          <a:bodyPr/>
          <a:lstStyle/>
          <a:p>
            <a:r>
              <a:rPr lang="en-US" dirty="0"/>
              <a:t>This is our opportunity to shape the future of mindfulness and mental health. Together, we can transform lives, foster global well-being, and position the Healthy Minds Program as a leader in mindfulness innovation. Let’s take this vision forward—because every step we take today builds a better tomorrow.</a:t>
            </a:r>
          </a:p>
        </p:txBody>
      </p:sp>
      <p:sp>
        <p:nvSpPr>
          <p:cNvPr id="4" name="Text Placeholder 3">
            <a:extLst>
              <a:ext uri="{FF2B5EF4-FFF2-40B4-BE49-F238E27FC236}">
                <a16:creationId xmlns:a16="http://schemas.microsoft.com/office/drawing/2014/main" id="{CFBED7AD-EDC4-7FF3-F6D4-19DFF6CFBAC3}"/>
              </a:ext>
            </a:extLst>
          </p:cNvPr>
          <p:cNvSpPr>
            <a:spLocks noGrp="1"/>
          </p:cNvSpPr>
          <p:nvPr>
            <p:ph type="body" idx="2"/>
          </p:nvPr>
        </p:nvSpPr>
        <p:spPr>
          <a:xfrm>
            <a:off x="3425126" y="1296046"/>
            <a:ext cx="5424407" cy="3429000"/>
          </a:xfrm>
        </p:spPr>
        <p:txBody>
          <a:bodyPr/>
          <a:lstStyle/>
          <a:p>
            <a:pPr marL="609600" lvl="1" indent="0">
              <a:buNone/>
            </a:pPr>
            <a:r>
              <a:rPr lang="en-US" dirty="0"/>
              <a:t>Empowering Well-Being Through Innovation</a:t>
            </a:r>
          </a:p>
          <a:p>
            <a:pPr lvl="1"/>
            <a:r>
              <a:rPr lang="en-US" dirty="0"/>
              <a:t>Personalized Mindfulness for All:</a:t>
            </a:r>
          </a:p>
          <a:p>
            <a:pPr lvl="2"/>
            <a:r>
              <a:rPr lang="en-US" dirty="0"/>
              <a:t>The Mindful Companion AI bridges the gap between learning and practice, empowering users to cultivate resilience, balance, and lasting well-being.</a:t>
            </a:r>
          </a:p>
          <a:p>
            <a:pPr lvl="1"/>
            <a:r>
              <a:rPr lang="en-US" dirty="0"/>
              <a:t>Innovative and Scalable Solution:</a:t>
            </a:r>
          </a:p>
          <a:p>
            <a:pPr lvl="2"/>
            <a:r>
              <a:rPr lang="en-US" dirty="0"/>
              <a:t>By leveraging GPT-4 Turbo, we’ve created a system that is efficient, inclusive, and ready to scale globally, reaching users in diverse cultural and linguistic contexts.</a:t>
            </a:r>
          </a:p>
          <a:p>
            <a:pPr lvl="1"/>
            <a:r>
              <a:rPr lang="en-US" dirty="0"/>
              <a:t>Aligned with Our Mission:</a:t>
            </a:r>
          </a:p>
          <a:p>
            <a:pPr lvl="2"/>
            <a:r>
              <a:rPr lang="en-US" dirty="0"/>
              <a:t>Rooted in the pillars of Awareness, Connection, Insight, and Purpose, this initiative exemplifies the Healthy Minds Program’s commitment to advancing well-being through science-backed, ethical solutions.</a:t>
            </a:r>
          </a:p>
          <a:p>
            <a:endParaRPr lang="en-US" dirty="0"/>
          </a:p>
          <a:p>
            <a:endParaRPr lang="en-US" dirty="0"/>
          </a:p>
        </p:txBody>
      </p:sp>
    </p:spTree>
    <p:extLst>
      <p:ext uri="{BB962C8B-B14F-4D97-AF65-F5344CB8AC3E}">
        <p14:creationId xmlns:p14="http://schemas.microsoft.com/office/powerpoint/2010/main" val="29983037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54"/>
        <p:cNvGrpSpPr/>
        <p:nvPr/>
      </p:nvGrpSpPr>
      <p:grpSpPr>
        <a:xfrm>
          <a:off x="0" y="0"/>
          <a:ext cx="0" cy="0"/>
          <a:chOff x="0" y="0"/>
          <a:chExt cx="0" cy="0"/>
        </a:xfrm>
      </p:grpSpPr>
      <p:sp>
        <p:nvSpPr>
          <p:cNvPr id="255" name="Google Shape;255;p48"/>
          <p:cNvSpPr txBox="1">
            <a:spLocks noGrp="1"/>
          </p:cNvSpPr>
          <p:nvPr>
            <p:ph type="subTitle" idx="1"/>
          </p:nvPr>
        </p:nvSpPr>
        <p:spPr>
          <a:xfrm>
            <a:off x="1371625" y="2180128"/>
            <a:ext cx="6400800" cy="3906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sz="2400">
                <a:solidFill>
                  <a:schemeClr val="lt1"/>
                </a:solidFill>
              </a:rPr>
              <a:t>Q&amp;A</a:t>
            </a:r>
            <a:endParaRPr sz="2400"/>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4DAFB-3821-B5CC-8B81-8E54EEBBFFD2}"/>
              </a:ext>
            </a:extLst>
          </p:cNvPr>
          <p:cNvSpPr>
            <a:spLocks noGrp="1"/>
          </p:cNvSpPr>
          <p:nvPr>
            <p:ph type="ctrTitle"/>
          </p:nvPr>
        </p:nvSpPr>
        <p:spPr>
          <a:xfrm>
            <a:off x="1371575" y="2395153"/>
            <a:ext cx="6400800" cy="743793"/>
          </a:xfrm>
        </p:spPr>
        <p:txBody>
          <a:bodyPr/>
          <a:lstStyle/>
          <a:p>
            <a:r>
              <a:rPr lang="en-US" dirty="0"/>
              <a:t>Appendix</a:t>
            </a:r>
          </a:p>
        </p:txBody>
      </p:sp>
    </p:spTree>
    <p:extLst>
      <p:ext uri="{BB962C8B-B14F-4D97-AF65-F5344CB8AC3E}">
        <p14:creationId xmlns:p14="http://schemas.microsoft.com/office/powerpoint/2010/main" val="2036656020"/>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a phone&#10;&#10;Description automatically generated">
            <a:extLst>
              <a:ext uri="{FF2B5EF4-FFF2-40B4-BE49-F238E27FC236}">
                <a16:creationId xmlns:a16="http://schemas.microsoft.com/office/drawing/2014/main" id="{C44B96EA-B4CD-1270-E5D3-BD384BBEFB74}"/>
              </a:ext>
            </a:extLst>
          </p:cNvPr>
          <p:cNvPicPr>
            <a:picLocks noChangeAspect="1"/>
          </p:cNvPicPr>
          <p:nvPr/>
        </p:nvPicPr>
        <p:blipFill>
          <a:blip r:embed="rId3"/>
          <a:stretch>
            <a:fillRect/>
          </a:stretch>
        </p:blipFill>
        <p:spPr>
          <a:xfrm>
            <a:off x="1407459" y="-1"/>
            <a:ext cx="2375647" cy="5143500"/>
          </a:xfrm>
          <a:prstGeom prst="rect">
            <a:avLst/>
          </a:prstGeom>
        </p:spPr>
      </p:pic>
      <p:pic>
        <p:nvPicPr>
          <p:cNvPr id="8" name="Picture 7" descr="A screenshot of a phone&#10;&#10;Description automatically generated">
            <a:extLst>
              <a:ext uri="{FF2B5EF4-FFF2-40B4-BE49-F238E27FC236}">
                <a16:creationId xmlns:a16="http://schemas.microsoft.com/office/drawing/2014/main" id="{9C22D96D-1AE3-5E47-BF77-C44BB57540D0}"/>
              </a:ext>
            </a:extLst>
          </p:cNvPr>
          <p:cNvPicPr>
            <a:picLocks noChangeAspect="1"/>
          </p:cNvPicPr>
          <p:nvPr/>
        </p:nvPicPr>
        <p:blipFill>
          <a:blip r:embed="rId4"/>
          <a:stretch>
            <a:fillRect/>
          </a:stretch>
        </p:blipFill>
        <p:spPr>
          <a:xfrm>
            <a:off x="4061014" y="-1"/>
            <a:ext cx="2348753" cy="5143499"/>
          </a:xfrm>
          <a:prstGeom prst="rect">
            <a:avLst/>
          </a:prstGeom>
        </p:spPr>
      </p:pic>
      <p:pic>
        <p:nvPicPr>
          <p:cNvPr id="10" name="Picture 9" descr="A screenshot of a cell phone&#10;&#10;Description automatically generated">
            <a:extLst>
              <a:ext uri="{FF2B5EF4-FFF2-40B4-BE49-F238E27FC236}">
                <a16:creationId xmlns:a16="http://schemas.microsoft.com/office/drawing/2014/main" id="{1B40D9AF-7208-83D2-1008-159667158536}"/>
              </a:ext>
            </a:extLst>
          </p:cNvPr>
          <p:cNvPicPr>
            <a:picLocks noChangeAspect="1"/>
          </p:cNvPicPr>
          <p:nvPr/>
        </p:nvPicPr>
        <p:blipFill>
          <a:blip r:embed="rId5"/>
          <a:stretch>
            <a:fillRect/>
          </a:stretch>
        </p:blipFill>
        <p:spPr>
          <a:xfrm>
            <a:off x="6687675" y="-2"/>
            <a:ext cx="2375647" cy="5143499"/>
          </a:xfrm>
          <a:prstGeom prst="rect">
            <a:avLst/>
          </a:prstGeom>
        </p:spPr>
      </p:pic>
      <p:sp>
        <p:nvSpPr>
          <p:cNvPr id="21" name="Title 1">
            <a:extLst>
              <a:ext uri="{FF2B5EF4-FFF2-40B4-BE49-F238E27FC236}">
                <a16:creationId xmlns:a16="http://schemas.microsoft.com/office/drawing/2014/main" id="{98804E16-5055-FAD1-A44C-543A340EF8FD}"/>
              </a:ext>
            </a:extLst>
          </p:cNvPr>
          <p:cNvSpPr>
            <a:spLocks noGrp="1"/>
          </p:cNvSpPr>
          <p:nvPr>
            <p:ph type="title"/>
          </p:nvPr>
        </p:nvSpPr>
        <p:spPr>
          <a:xfrm>
            <a:off x="239806" y="217396"/>
            <a:ext cx="4000500" cy="570600"/>
          </a:xfrm>
        </p:spPr>
        <p:txBody>
          <a:bodyPr/>
          <a:lstStyle/>
          <a:p>
            <a:r>
              <a:rPr lang="en-US" dirty="0"/>
              <a:t>MY PATH</a:t>
            </a:r>
          </a:p>
        </p:txBody>
      </p:sp>
      <p:sp>
        <p:nvSpPr>
          <p:cNvPr id="23" name="TextBox 22">
            <a:extLst>
              <a:ext uri="{FF2B5EF4-FFF2-40B4-BE49-F238E27FC236}">
                <a16:creationId xmlns:a16="http://schemas.microsoft.com/office/drawing/2014/main" id="{7CD6D53E-5F57-E879-524E-EF193987E18E}"/>
              </a:ext>
            </a:extLst>
          </p:cNvPr>
          <p:cNvSpPr txBox="1"/>
          <p:nvPr/>
        </p:nvSpPr>
        <p:spPr>
          <a:xfrm>
            <a:off x="0" y="4545070"/>
            <a:ext cx="1407459" cy="939040"/>
          </a:xfrm>
          <a:prstGeom prst="rect">
            <a:avLst/>
          </a:prstGeom>
          <a:noFill/>
        </p:spPr>
        <p:txBody>
          <a:bodyPr wrap="square">
            <a:spAutoFit/>
          </a:bodyPr>
          <a:lstStyle/>
          <a:p>
            <a:pPr marL="0" lvl="0" indent="0" rtl="0">
              <a:lnSpc>
                <a:spcPct val="115000"/>
              </a:lnSpc>
              <a:spcBef>
                <a:spcPts val="1200"/>
              </a:spcBef>
              <a:spcAft>
                <a:spcPts val="0"/>
              </a:spcAft>
              <a:buNone/>
            </a:pPr>
            <a:r>
              <a:rPr lang="en-US" sz="1000" dirty="0">
                <a:solidFill>
                  <a:schemeClr val="bg2"/>
                </a:solidFill>
              </a:rPr>
              <a:t>Reference: </a:t>
            </a:r>
            <a:r>
              <a:rPr lang="en-US" sz="1000" dirty="0">
                <a:solidFill>
                  <a:schemeClr val="bg2"/>
                </a:solidFill>
                <a:hlinkClick r:id="rId6">
                  <a:extLst>
                    <a:ext uri="{A12FA001-AC4F-418D-AE19-62706E023703}">
                      <ahyp:hlinkClr xmlns:ahyp="http://schemas.microsoft.com/office/drawing/2018/hyperlinkcolor" val="tx"/>
                    </a:ext>
                  </a:extLst>
                </a:hlinkClick>
              </a:rPr>
              <a:t>https://hminnovations.org/</a:t>
            </a:r>
            <a:r>
              <a:rPr lang="en-US" sz="1000" dirty="0">
                <a:solidFill>
                  <a:schemeClr val="bg2"/>
                </a:solidFill>
              </a:rPr>
              <a:t> </a:t>
            </a:r>
          </a:p>
          <a:p>
            <a:pPr marL="0" lvl="0" indent="0" rtl="0">
              <a:lnSpc>
                <a:spcPct val="115000"/>
              </a:lnSpc>
              <a:spcBef>
                <a:spcPts val="1200"/>
              </a:spcBef>
              <a:spcAft>
                <a:spcPts val="0"/>
              </a:spcAft>
              <a:buNone/>
            </a:pPr>
            <a:endParaRPr lang="en-US" sz="1000" dirty="0">
              <a:solidFill>
                <a:schemeClr val="bg2"/>
              </a:solidFill>
            </a:endParaRPr>
          </a:p>
        </p:txBody>
      </p:sp>
    </p:spTree>
    <p:extLst>
      <p:ext uri="{BB962C8B-B14F-4D97-AF65-F5344CB8AC3E}">
        <p14:creationId xmlns:p14="http://schemas.microsoft.com/office/powerpoint/2010/main" val="7541976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5D20C-5B3A-D962-AD2F-4071F4ED7EA5}"/>
              </a:ext>
            </a:extLst>
          </p:cNvPr>
          <p:cNvSpPr>
            <a:spLocks noGrp="1"/>
          </p:cNvSpPr>
          <p:nvPr>
            <p:ph type="title"/>
          </p:nvPr>
        </p:nvSpPr>
        <p:spPr>
          <a:xfrm>
            <a:off x="445994" y="208432"/>
            <a:ext cx="4000500" cy="570600"/>
          </a:xfrm>
        </p:spPr>
        <p:txBody>
          <a:bodyPr/>
          <a:lstStyle/>
          <a:p>
            <a:r>
              <a:rPr lang="en-US" dirty="0"/>
              <a:t>EXPLORE</a:t>
            </a:r>
          </a:p>
        </p:txBody>
      </p:sp>
      <p:pic>
        <p:nvPicPr>
          <p:cNvPr id="4" name="Picture 3" descr="A screenshot of a phone&#10;&#10;Description automatically generated">
            <a:extLst>
              <a:ext uri="{FF2B5EF4-FFF2-40B4-BE49-F238E27FC236}">
                <a16:creationId xmlns:a16="http://schemas.microsoft.com/office/drawing/2014/main" id="{FF1C3FEA-81D6-7639-E721-097FFFEEDF6D}"/>
              </a:ext>
            </a:extLst>
          </p:cNvPr>
          <p:cNvPicPr>
            <a:picLocks noChangeAspect="1"/>
          </p:cNvPicPr>
          <p:nvPr/>
        </p:nvPicPr>
        <p:blipFill>
          <a:blip r:embed="rId2"/>
          <a:stretch>
            <a:fillRect/>
          </a:stretch>
        </p:blipFill>
        <p:spPr>
          <a:xfrm>
            <a:off x="2320167" y="0"/>
            <a:ext cx="2377341" cy="5143500"/>
          </a:xfrm>
          <a:prstGeom prst="rect">
            <a:avLst/>
          </a:prstGeom>
        </p:spPr>
      </p:pic>
      <p:pic>
        <p:nvPicPr>
          <p:cNvPr id="6" name="Picture 5" descr="A screenshot of a cell phone&#10;&#10;Description automatically generated">
            <a:extLst>
              <a:ext uri="{FF2B5EF4-FFF2-40B4-BE49-F238E27FC236}">
                <a16:creationId xmlns:a16="http://schemas.microsoft.com/office/drawing/2014/main" id="{2948FC2D-1070-3E7B-75B4-893EABD8A337}"/>
              </a:ext>
            </a:extLst>
          </p:cNvPr>
          <p:cNvPicPr>
            <a:picLocks noChangeAspect="1"/>
          </p:cNvPicPr>
          <p:nvPr/>
        </p:nvPicPr>
        <p:blipFill>
          <a:blip r:embed="rId3"/>
          <a:stretch>
            <a:fillRect/>
          </a:stretch>
        </p:blipFill>
        <p:spPr>
          <a:xfrm>
            <a:off x="5504330" y="0"/>
            <a:ext cx="2633682" cy="5143500"/>
          </a:xfrm>
          <a:prstGeom prst="rect">
            <a:avLst/>
          </a:prstGeom>
        </p:spPr>
      </p:pic>
      <p:sp>
        <p:nvSpPr>
          <p:cNvPr id="7" name="TextBox 6">
            <a:extLst>
              <a:ext uri="{FF2B5EF4-FFF2-40B4-BE49-F238E27FC236}">
                <a16:creationId xmlns:a16="http://schemas.microsoft.com/office/drawing/2014/main" id="{1F1F47A5-5D3C-B99E-7D25-FD53875C6F86}"/>
              </a:ext>
            </a:extLst>
          </p:cNvPr>
          <p:cNvSpPr txBox="1"/>
          <p:nvPr/>
        </p:nvSpPr>
        <p:spPr>
          <a:xfrm>
            <a:off x="0" y="4437529"/>
            <a:ext cx="2241176" cy="762068"/>
          </a:xfrm>
          <a:prstGeom prst="rect">
            <a:avLst/>
          </a:prstGeom>
          <a:noFill/>
        </p:spPr>
        <p:txBody>
          <a:bodyPr wrap="square">
            <a:spAutoFit/>
          </a:bodyPr>
          <a:lstStyle/>
          <a:p>
            <a:pPr marL="0" lvl="0" indent="0" rtl="0">
              <a:lnSpc>
                <a:spcPct val="115000"/>
              </a:lnSpc>
              <a:spcBef>
                <a:spcPts val="1200"/>
              </a:spcBef>
              <a:spcAft>
                <a:spcPts val="0"/>
              </a:spcAft>
              <a:buNone/>
            </a:pPr>
            <a:r>
              <a:rPr lang="en-US" sz="1000" dirty="0">
                <a:solidFill>
                  <a:schemeClr val="bg2"/>
                </a:solidFill>
              </a:rPr>
              <a:t>Reference: </a:t>
            </a:r>
            <a:r>
              <a:rPr lang="en-US" sz="1000" dirty="0">
                <a:solidFill>
                  <a:schemeClr val="bg2"/>
                </a:solidFill>
                <a:hlinkClick r:id="rId4">
                  <a:extLst>
                    <a:ext uri="{A12FA001-AC4F-418D-AE19-62706E023703}">
                      <ahyp:hlinkClr xmlns:ahyp="http://schemas.microsoft.com/office/drawing/2018/hyperlinkcolor" val="tx"/>
                    </a:ext>
                  </a:extLst>
                </a:hlinkClick>
              </a:rPr>
              <a:t>https://hminnovations.org/</a:t>
            </a:r>
            <a:r>
              <a:rPr lang="en-US" sz="1000" dirty="0">
                <a:solidFill>
                  <a:schemeClr val="bg2"/>
                </a:solidFill>
              </a:rPr>
              <a:t> </a:t>
            </a:r>
          </a:p>
          <a:p>
            <a:pPr marL="0" lvl="0" indent="0" rtl="0">
              <a:lnSpc>
                <a:spcPct val="115000"/>
              </a:lnSpc>
              <a:spcBef>
                <a:spcPts val="1200"/>
              </a:spcBef>
              <a:spcAft>
                <a:spcPts val="0"/>
              </a:spcAft>
              <a:buNone/>
            </a:pPr>
            <a:endParaRPr lang="en-US" sz="1000" dirty="0">
              <a:solidFill>
                <a:schemeClr val="bg2"/>
              </a:solidFill>
            </a:endParaRPr>
          </a:p>
        </p:txBody>
      </p:sp>
    </p:spTree>
    <p:extLst>
      <p:ext uri="{BB962C8B-B14F-4D97-AF65-F5344CB8AC3E}">
        <p14:creationId xmlns:p14="http://schemas.microsoft.com/office/powerpoint/2010/main" val="21743255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6F95C-B692-D840-01A4-898492A88E3C}"/>
              </a:ext>
            </a:extLst>
          </p:cNvPr>
          <p:cNvSpPr>
            <a:spLocks noGrp="1"/>
          </p:cNvSpPr>
          <p:nvPr>
            <p:ph type="title"/>
          </p:nvPr>
        </p:nvSpPr>
        <p:spPr/>
        <p:txBody>
          <a:bodyPr/>
          <a:lstStyle/>
          <a:p>
            <a:r>
              <a:rPr lang="en-US" dirty="0"/>
              <a:t>FAVORITES</a:t>
            </a:r>
          </a:p>
        </p:txBody>
      </p:sp>
      <p:pic>
        <p:nvPicPr>
          <p:cNvPr id="4" name="Picture 3" descr="A screenshot of a phone&#10;&#10;Description automatically generated">
            <a:extLst>
              <a:ext uri="{FF2B5EF4-FFF2-40B4-BE49-F238E27FC236}">
                <a16:creationId xmlns:a16="http://schemas.microsoft.com/office/drawing/2014/main" id="{845B5730-9E54-7A52-F9D5-A474043A9754}"/>
              </a:ext>
            </a:extLst>
          </p:cNvPr>
          <p:cNvPicPr>
            <a:picLocks noChangeAspect="1"/>
          </p:cNvPicPr>
          <p:nvPr/>
        </p:nvPicPr>
        <p:blipFill>
          <a:blip r:embed="rId2"/>
          <a:stretch>
            <a:fillRect/>
          </a:stretch>
        </p:blipFill>
        <p:spPr>
          <a:xfrm>
            <a:off x="3042670" y="0"/>
            <a:ext cx="2377341" cy="5143500"/>
          </a:xfrm>
          <a:prstGeom prst="rect">
            <a:avLst/>
          </a:prstGeom>
        </p:spPr>
      </p:pic>
      <p:sp>
        <p:nvSpPr>
          <p:cNvPr id="7" name="TextBox 6">
            <a:extLst>
              <a:ext uri="{FF2B5EF4-FFF2-40B4-BE49-F238E27FC236}">
                <a16:creationId xmlns:a16="http://schemas.microsoft.com/office/drawing/2014/main" id="{C97B0357-654F-2139-8CD4-B4227FA8A557}"/>
              </a:ext>
            </a:extLst>
          </p:cNvPr>
          <p:cNvSpPr txBox="1"/>
          <p:nvPr/>
        </p:nvSpPr>
        <p:spPr>
          <a:xfrm>
            <a:off x="152400" y="4580964"/>
            <a:ext cx="2241176" cy="762068"/>
          </a:xfrm>
          <a:prstGeom prst="rect">
            <a:avLst/>
          </a:prstGeom>
          <a:noFill/>
        </p:spPr>
        <p:txBody>
          <a:bodyPr wrap="square">
            <a:spAutoFit/>
          </a:bodyPr>
          <a:lstStyle/>
          <a:p>
            <a:pPr marL="0" lvl="0" indent="0" rtl="0">
              <a:lnSpc>
                <a:spcPct val="115000"/>
              </a:lnSpc>
              <a:spcBef>
                <a:spcPts val="1200"/>
              </a:spcBef>
              <a:spcAft>
                <a:spcPts val="0"/>
              </a:spcAft>
              <a:buNone/>
            </a:pPr>
            <a:r>
              <a:rPr lang="en-US" sz="1000" dirty="0">
                <a:solidFill>
                  <a:schemeClr val="bg2"/>
                </a:solidFill>
              </a:rPr>
              <a:t>Reference: </a:t>
            </a:r>
            <a:r>
              <a:rPr lang="en-US" sz="1000" dirty="0">
                <a:solidFill>
                  <a:schemeClr val="bg2"/>
                </a:solidFill>
                <a:hlinkClick r:id="rId3">
                  <a:extLst>
                    <a:ext uri="{A12FA001-AC4F-418D-AE19-62706E023703}">
                      <ahyp:hlinkClr xmlns:ahyp="http://schemas.microsoft.com/office/drawing/2018/hyperlinkcolor" val="tx"/>
                    </a:ext>
                  </a:extLst>
                </a:hlinkClick>
              </a:rPr>
              <a:t>https://hminnovations.org/</a:t>
            </a:r>
            <a:r>
              <a:rPr lang="en-US" sz="1000" dirty="0">
                <a:solidFill>
                  <a:schemeClr val="bg2"/>
                </a:solidFill>
              </a:rPr>
              <a:t> </a:t>
            </a:r>
          </a:p>
          <a:p>
            <a:pPr marL="0" lvl="0" indent="0" rtl="0">
              <a:lnSpc>
                <a:spcPct val="115000"/>
              </a:lnSpc>
              <a:spcBef>
                <a:spcPts val="1200"/>
              </a:spcBef>
              <a:spcAft>
                <a:spcPts val="0"/>
              </a:spcAft>
              <a:buNone/>
            </a:pPr>
            <a:endParaRPr lang="en-US" sz="1000" dirty="0">
              <a:solidFill>
                <a:schemeClr val="bg2"/>
              </a:solidFill>
            </a:endParaRPr>
          </a:p>
        </p:txBody>
      </p:sp>
    </p:spTree>
    <p:extLst>
      <p:ext uri="{BB962C8B-B14F-4D97-AF65-F5344CB8AC3E}">
        <p14:creationId xmlns:p14="http://schemas.microsoft.com/office/powerpoint/2010/main" val="1351963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56D37-A208-DDFC-C882-DAFE45D2896E}"/>
              </a:ext>
            </a:extLst>
          </p:cNvPr>
          <p:cNvSpPr>
            <a:spLocks noGrp="1"/>
          </p:cNvSpPr>
          <p:nvPr>
            <p:ph type="title"/>
          </p:nvPr>
        </p:nvSpPr>
        <p:spPr/>
        <p:txBody>
          <a:bodyPr/>
          <a:lstStyle/>
          <a:p>
            <a:r>
              <a:rPr lang="en-US" dirty="0"/>
              <a:t>@WORK</a:t>
            </a:r>
          </a:p>
        </p:txBody>
      </p:sp>
      <p:pic>
        <p:nvPicPr>
          <p:cNvPr id="4" name="Picture 3" descr="A screenshot of a phone&#10;&#10;Description automatically generated">
            <a:extLst>
              <a:ext uri="{FF2B5EF4-FFF2-40B4-BE49-F238E27FC236}">
                <a16:creationId xmlns:a16="http://schemas.microsoft.com/office/drawing/2014/main" id="{0E53D560-8437-4C4C-E81E-B7C2E6E1BC9A}"/>
              </a:ext>
            </a:extLst>
          </p:cNvPr>
          <p:cNvPicPr>
            <a:picLocks noChangeAspect="1"/>
          </p:cNvPicPr>
          <p:nvPr/>
        </p:nvPicPr>
        <p:blipFill>
          <a:blip r:embed="rId2"/>
          <a:stretch>
            <a:fillRect/>
          </a:stretch>
        </p:blipFill>
        <p:spPr>
          <a:xfrm>
            <a:off x="2782694" y="0"/>
            <a:ext cx="2377341" cy="5143500"/>
          </a:xfrm>
          <a:prstGeom prst="rect">
            <a:avLst/>
          </a:prstGeom>
        </p:spPr>
      </p:pic>
      <p:pic>
        <p:nvPicPr>
          <p:cNvPr id="6" name="Picture 5" descr="A screenshot of a phone&#10;&#10;Description automatically generated">
            <a:extLst>
              <a:ext uri="{FF2B5EF4-FFF2-40B4-BE49-F238E27FC236}">
                <a16:creationId xmlns:a16="http://schemas.microsoft.com/office/drawing/2014/main" id="{EDA3A074-E222-0954-E213-D2BE84ED0635}"/>
              </a:ext>
            </a:extLst>
          </p:cNvPr>
          <p:cNvPicPr>
            <a:picLocks noChangeAspect="1"/>
          </p:cNvPicPr>
          <p:nvPr/>
        </p:nvPicPr>
        <p:blipFill>
          <a:blip r:embed="rId3"/>
          <a:stretch>
            <a:fillRect/>
          </a:stretch>
        </p:blipFill>
        <p:spPr>
          <a:xfrm>
            <a:off x="5812764" y="0"/>
            <a:ext cx="2377341" cy="5143500"/>
          </a:xfrm>
          <a:prstGeom prst="rect">
            <a:avLst/>
          </a:prstGeom>
        </p:spPr>
      </p:pic>
      <p:sp>
        <p:nvSpPr>
          <p:cNvPr id="7" name="TextBox 6">
            <a:extLst>
              <a:ext uri="{FF2B5EF4-FFF2-40B4-BE49-F238E27FC236}">
                <a16:creationId xmlns:a16="http://schemas.microsoft.com/office/drawing/2014/main" id="{E4F36C25-0F24-983C-3AB4-F2475CB13EDA}"/>
              </a:ext>
            </a:extLst>
          </p:cNvPr>
          <p:cNvSpPr txBox="1"/>
          <p:nvPr/>
        </p:nvSpPr>
        <p:spPr>
          <a:xfrm>
            <a:off x="0" y="4437529"/>
            <a:ext cx="2241176" cy="762068"/>
          </a:xfrm>
          <a:prstGeom prst="rect">
            <a:avLst/>
          </a:prstGeom>
          <a:noFill/>
        </p:spPr>
        <p:txBody>
          <a:bodyPr wrap="square">
            <a:spAutoFit/>
          </a:bodyPr>
          <a:lstStyle/>
          <a:p>
            <a:pPr marL="0" lvl="0" indent="0" rtl="0">
              <a:lnSpc>
                <a:spcPct val="115000"/>
              </a:lnSpc>
              <a:spcBef>
                <a:spcPts val="1200"/>
              </a:spcBef>
              <a:spcAft>
                <a:spcPts val="0"/>
              </a:spcAft>
              <a:buNone/>
            </a:pPr>
            <a:r>
              <a:rPr lang="en-US" sz="1000" dirty="0">
                <a:solidFill>
                  <a:schemeClr val="bg2"/>
                </a:solidFill>
              </a:rPr>
              <a:t>Reference: </a:t>
            </a:r>
            <a:r>
              <a:rPr lang="en-US" sz="1000" dirty="0">
                <a:solidFill>
                  <a:schemeClr val="bg2"/>
                </a:solidFill>
                <a:hlinkClick r:id="rId4">
                  <a:extLst>
                    <a:ext uri="{A12FA001-AC4F-418D-AE19-62706E023703}">
                      <ahyp:hlinkClr xmlns:ahyp="http://schemas.microsoft.com/office/drawing/2018/hyperlinkcolor" val="tx"/>
                    </a:ext>
                  </a:extLst>
                </a:hlinkClick>
              </a:rPr>
              <a:t>https://hminnovations.org/</a:t>
            </a:r>
            <a:r>
              <a:rPr lang="en-US" sz="1000" dirty="0">
                <a:solidFill>
                  <a:schemeClr val="bg2"/>
                </a:solidFill>
              </a:rPr>
              <a:t> </a:t>
            </a:r>
          </a:p>
          <a:p>
            <a:pPr marL="0" lvl="0" indent="0" rtl="0">
              <a:lnSpc>
                <a:spcPct val="115000"/>
              </a:lnSpc>
              <a:spcBef>
                <a:spcPts val="1200"/>
              </a:spcBef>
              <a:spcAft>
                <a:spcPts val="0"/>
              </a:spcAft>
              <a:buNone/>
            </a:pPr>
            <a:endParaRPr lang="en-US" sz="1000" dirty="0">
              <a:solidFill>
                <a:schemeClr val="bg2"/>
              </a:solidFill>
            </a:endParaRPr>
          </a:p>
        </p:txBody>
      </p:sp>
    </p:spTree>
    <p:extLst>
      <p:ext uri="{BB962C8B-B14F-4D97-AF65-F5344CB8AC3E}">
        <p14:creationId xmlns:p14="http://schemas.microsoft.com/office/powerpoint/2010/main" val="6931275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EE2B0-C17C-4B0E-42B6-308DF3363AFE}"/>
              </a:ext>
            </a:extLst>
          </p:cNvPr>
          <p:cNvSpPr>
            <a:spLocks noGrp="1"/>
          </p:cNvSpPr>
          <p:nvPr>
            <p:ph type="title"/>
          </p:nvPr>
        </p:nvSpPr>
        <p:spPr/>
        <p:txBody>
          <a:bodyPr/>
          <a:lstStyle/>
          <a:p>
            <a:r>
              <a:rPr lang="en-US" dirty="0"/>
              <a:t>Profile</a:t>
            </a:r>
          </a:p>
        </p:txBody>
      </p:sp>
      <p:pic>
        <p:nvPicPr>
          <p:cNvPr id="6" name="Picture 5" descr="A screenshot of a device&#10;&#10;Description automatically generated">
            <a:extLst>
              <a:ext uri="{FF2B5EF4-FFF2-40B4-BE49-F238E27FC236}">
                <a16:creationId xmlns:a16="http://schemas.microsoft.com/office/drawing/2014/main" id="{3ECAF72D-2751-8F88-3266-6CA5FB7F7E13}"/>
              </a:ext>
            </a:extLst>
          </p:cNvPr>
          <p:cNvPicPr>
            <a:picLocks noChangeAspect="1"/>
          </p:cNvPicPr>
          <p:nvPr/>
        </p:nvPicPr>
        <p:blipFill>
          <a:blip r:embed="rId2"/>
          <a:stretch>
            <a:fillRect/>
          </a:stretch>
        </p:blipFill>
        <p:spPr>
          <a:xfrm>
            <a:off x="3383329" y="0"/>
            <a:ext cx="2377341" cy="5143500"/>
          </a:xfrm>
          <a:prstGeom prst="rect">
            <a:avLst/>
          </a:prstGeom>
        </p:spPr>
      </p:pic>
      <p:sp>
        <p:nvSpPr>
          <p:cNvPr id="7" name="TextBox 6">
            <a:extLst>
              <a:ext uri="{FF2B5EF4-FFF2-40B4-BE49-F238E27FC236}">
                <a16:creationId xmlns:a16="http://schemas.microsoft.com/office/drawing/2014/main" id="{95EE69F2-67DA-00F4-6BE5-037CBABE10BF}"/>
              </a:ext>
            </a:extLst>
          </p:cNvPr>
          <p:cNvSpPr txBox="1"/>
          <p:nvPr/>
        </p:nvSpPr>
        <p:spPr>
          <a:xfrm>
            <a:off x="0" y="4437529"/>
            <a:ext cx="2241176" cy="762068"/>
          </a:xfrm>
          <a:prstGeom prst="rect">
            <a:avLst/>
          </a:prstGeom>
          <a:noFill/>
        </p:spPr>
        <p:txBody>
          <a:bodyPr wrap="square">
            <a:spAutoFit/>
          </a:bodyPr>
          <a:lstStyle/>
          <a:p>
            <a:pPr marL="0" lvl="0" indent="0" rtl="0">
              <a:lnSpc>
                <a:spcPct val="115000"/>
              </a:lnSpc>
              <a:spcBef>
                <a:spcPts val="1200"/>
              </a:spcBef>
              <a:spcAft>
                <a:spcPts val="0"/>
              </a:spcAft>
              <a:buNone/>
            </a:pPr>
            <a:r>
              <a:rPr lang="en-US" sz="1000" dirty="0">
                <a:solidFill>
                  <a:schemeClr val="bg2"/>
                </a:solidFill>
              </a:rPr>
              <a:t>Reference: </a:t>
            </a:r>
            <a:r>
              <a:rPr lang="en-US" sz="1000" dirty="0">
                <a:solidFill>
                  <a:schemeClr val="bg2"/>
                </a:solidFill>
                <a:hlinkClick r:id="rId3">
                  <a:extLst>
                    <a:ext uri="{A12FA001-AC4F-418D-AE19-62706E023703}">
                      <ahyp:hlinkClr xmlns:ahyp="http://schemas.microsoft.com/office/drawing/2018/hyperlinkcolor" val="tx"/>
                    </a:ext>
                  </a:extLst>
                </a:hlinkClick>
              </a:rPr>
              <a:t>https://hminnovations.org/</a:t>
            </a:r>
            <a:r>
              <a:rPr lang="en-US" sz="1000" dirty="0">
                <a:solidFill>
                  <a:schemeClr val="bg2"/>
                </a:solidFill>
              </a:rPr>
              <a:t> </a:t>
            </a:r>
          </a:p>
          <a:p>
            <a:pPr marL="0" lvl="0" indent="0" rtl="0">
              <a:lnSpc>
                <a:spcPct val="115000"/>
              </a:lnSpc>
              <a:spcBef>
                <a:spcPts val="1200"/>
              </a:spcBef>
              <a:spcAft>
                <a:spcPts val="0"/>
              </a:spcAft>
              <a:buNone/>
            </a:pPr>
            <a:endParaRPr lang="en-US" sz="1000" dirty="0">
              <a:solidFill>
                <a:schemeClr val="bg2"/>
              </a:solidFill>
            </a:endParaRPr>
          </a:p>
        </p:txBody>
      </p:sp>
    </p:spTree>
    <p:extLst>
      <p:ext uri="{BB962C8B-B14F-4D97-AF65-F5344CB8AC3E}">
        <p14:creationId xmlns:p14="http://schemas.microsoft.com/office/powerpoint/2010/main" val="4025395470"/>
      </p:ext>
    </p:extLst>
  </p:cSld>
  <p:clrMapOvr>
    <a:masterClrMapping/>
  </p:clrMapOvr>
</p:sld>
</file>

<file path=ppt/theme/theme1.xml><?xml version="1.0" encoding="utf-8"?>
<a:theme xmlns:a="http://schemas.openxmlformats.org/drawingml/2006/main" name="Product School Foundations">
  <a:themeElements>
    <a:clrScheme name="Simple Light">
      <a:dk1>
        <a:srgbClr val="07182C"/>
      </a:dk1>
      <a:lt1>
        <a:srgbClr val="FCFCFC"/>
      </a:lt1>
      <a:dk2>
        <a:srgbClr val="103869"/>
      </a:dk2>
      <a:lt2>
        <a:srgbClr val="0F243E"/>
      </a:lt2>
      <a:accent1>
        <a:srgbClr val="00D3AD"/>
      </a:accent1>
      <a:accent2>
        <a:srgbClr val="18C3D9"/>
      </a:accent2>
      <a:accent3>
        <a:srgbClr val="E46EB5"/>
      </a:accent3>
      <a:accent4>
        <a:srgbClr val="85859F"/>
      </a:accent4>
      <a:accent5>
        <a:srgbClr val="E5E5EB"/>
      </a:accent5>
      <a:accent6>
        <a:srgbClr val="BAF7EC"/>
      </a:accent6>
      <a:hlink>
        <a:srgbClr val="10386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132</TotalTime>
  <Words>4649</Words>
  <Application>Microsoft Office PowerPoint</Application>
  <PresentationFormat>On-screen Show (16:9)</PresentationFormat>
  <Paragraphs>392</Paragraphs>
  <Slides>22</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Poppins</vt:lpstr>
      <vt:lpstr>Poppins SemiBold</vt:lpstr>
      <vt:lpstr>Arial</vt:lpstr>
      <vt:lpstr>Lato</vt:lpstr>
      <vt:lpstr>Product School Foundations</vt:lpstr>
      <vt:lpstr>Mindful Companion AI </vt:lpstr>
      <vt:lpstr>Agenda</vt:lpstr>
      <vt:lpstr>PowerPoint Presentation</vt:lpstr>
      <vt:lpstr>PowerPoint Presentation</vt:lpstr>
      <vt:lpstr>PowerPoint Presentation</vt:lpstr>
      <vt:lpstr>User Flow</vt:lpstr>
      <vt:lpstr>PowerPoint Presentation</vt:lpstr>
      <vt:lpstr>PowerPoint Presentation</vt:lpstr>
      <vt:lpstr>PowerPoint Presentation</vt:lpstr>
      <vt:lpstr>cc</vt:lpstr>
      <vt:lpstr>PowerPoint Presentation</vt:lpstr>
      <vt:lpstr>PowerPoint Presentation</vt:lpstr>
      <vt:lpstr>PowerPoint Presentation</vt:lpstr>
      <vt:lpstr>Human Evaluation Rubric</vt:lpstr>
      <vt:lpstr>Key Takeaways</vt:lpstr>
      <vt:lpstr>PowerPoint Presentation</vt:lpstr>
      <vt:lpstr>Appendix</vt:lpstr>
      <vt:lpstr>MY PATH</vt:lpstr>
      <vt:lpstr>EXPLORE</vt:lpstr>
      <vt:lpstr>FAVORITES</vt:lpstr>
      <vt:lpstr>@WORK</vt:lpstr>
      <vt:lpstr>Profile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Patel, Riket B</dc:creator>
  <cp:lastModifiedBy>Patel, Riket B</cp:lastModifiedBy>
  <cp:revision>7</cp:revision>
  <dcterms:modified xsi:type="dcterms:W3CDTF">2024-12-04T16:46:58Z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81acc0d-dcc4-4dc9-a2c5-be70b05a2fe6_Enabled">
    <vt:lpwstr>true</vt:lpwstr>
  </property>
  <property fmtid="{D5CDD505-2E9C-101B-9397-08002B2CF9AE}" pid="3" name="MSIP_Label_e81acc0d-dcc4-4dc9-a2c5-be70b05a2fe6_SetDate">
    <vt:lpwstr>2024-12-04T13:14:30Z</vt:lpwstr>
  </property>
  <property fmtid="{D5CDD505-2E9C-101B-9397-08002B2CF9AE}" pid="4" name="MSIP_Label_e81acc0d-dcc4-4dc9-a2c5-be70b05a2fe6_Method">
    <vt:lpwstr>Privileged</vt:lpwstr>
  </property>
  <property fmtid="{D5CDD505-2E9C-101B-9397-08002B2CF9AE}" pid="5" name="MSIP_Label_e81acc0d-dcc4-4dc9-a2c5-be70b05a2fe6_Name">
    <vt:lpwstr>e81acc0d-dcc4-4dc9-a2c5-be70b05a2fe6</vt:lpwstr>
  </property>
  <property fmtid="{D5CDD505-2E9C-101B-9397-08002B2CF9AE}" pid="6" name="MSIP_Label_e81acc0d-dcc4-4dc9-a2c5-be70b05a2fe6_SiteId">
    <vt:lpwstr>a00de4ec-48a8-43a6-be74-e31274e2060d</vt:lpwstr>
  </property>
  <property fmtid="{D5CDD505-2E9C-101B-9397-08002B2CF9AE}" pid="7" name="MSIP_Label_e81acc0d-dcc4-4dc9-a2c5-be70b05a2fe6_ActionId">
    <vt:lpwstr>ff81f601-1fcc-46b1-be78-5dba105ffc18</vt:lpwstr>
  </property>
  <property fmtid="{D5CDD505-2E9C-101B-9397-08002B2CF9AE}" pid="8" name="MSIP_Label_e81acc0d-dcc4-4dc9-a2c5-be70b05a2fe6_ContentBits">
    <vt:lpwstr>0</vt:lpwstr>
  </property>
</Properties>
</file>